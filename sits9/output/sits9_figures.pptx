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1</a:t>
            </a:r>
          </a:p>
        </p:txBody>
      </p:sp>
      <p:pic>
        <p:nvPicPr>
          <p:cNvPr id="4" name="Picture 3" descr="pachelbel_stitch_2lo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1. SITS9 Loom Renderer output for Pachelbel's Canon (I-V-vi-iii-IV-I-IV-V, 2 loops). Red solid lines = surface stitches; grey dashed lines = back stitches; filled black circles = anchor points (knots).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2</a:t>
            </a:r>
          </a:p>
        </p:txBody>
      </p:sp>
      <p:pic>
        <p:nvPicPr>
          <p:cNvPr id="4" name="Picture 3" descr="pachelbel_scor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2. Harmonic tension profile of Pachelbel's Canon encoded as SITS9 instructions. Bar colour = instruction type (blue = ANCHOR, red = FWD, green = RET). Bar height = TENSION. Dashed line traces the tension arc.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3</a:t>
            </a:r>
          </a:p>
        </p:txBody>
      </p:sp>
      <p:pic>
        <p:nvPicPr>
          <p:cNvPr id="4" name="Picture 3" descr="pachelbel_textil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3. Textile schema (back-stitch pattern) for Pachelbel's Canon. Needle path alternates between surface (orange) and back (blue). Red = FWD on surface; orange diagonals = CROSS; black dot = ANCHOR (knot).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Figure 4</a:t>
            </a:r>
          </a:p>
        </p:txBody>
      </p:sp>
      <p:pic>
        <p:nvPicPr>
          <p:cNvPr id="4" name="Picture 3" descr="pachelbel_cooking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/>
              <a:t>Figure 4. Cooking schema for Pachelbel's Canon. Heat curve (TENSION) follows the harmonic tension profile. Background zones: red = grill, blue = simmer, green = steam. Dashed vertical = CROSS (method switch).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