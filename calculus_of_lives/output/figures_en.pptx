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</a:rPr>
              <a:t>Figure 1. Two layers of the question</a:t>
            </a:r>
          </a:p>
        </p:txBody>
      </p:sp>
      <p:pic>
        <p:nvPicPr>
          <p:cNvPr id="3" name="Picture 2" descr="fig1_lay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2938" y="1051560"/>
            <a:ext cx="7065818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064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404040"/>
                </a:solidFill>
              </a:rPr>
              <a:t>Figure 1. Two layers of the question. The standard “was it necessary?” debate audits a weighing from inside the calculus; the ethical question asks, from outside, whether such a weighing is ours to perform.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</a:rPr>
              <a:t>Figure 2. Supply–demand × expansion–contraction</a:t>
            </a:r>
          </a:p>
        </p:txBody>
      </p:sp>
      <p:pic>
        <p:nvPicPr>
          <p:cNvPr id="3" name="Picture 2" descr="fig2_quadra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0294" y="1051560"/>
            <a:ext cx="5431107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064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404040"/>
                </a:solidFill>
              </a:rPr>
              <a:t>Figure 2. Two independent axes—supply-increasing vs. demand-reducing, and expansion vs. contraction—with illustrative religious and economic types. The naive alignment of monotheism with expansion and pantheism with restraint holds only as a tendency; ascetic Protestantism and expansionist polytheism occupy the off-diagonal cells.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</a:rPr>
              <a:t>Figure 3. Asymptotic relief from the calculus</a:t>
            </a:r>
          </a:p>
        </p:txBody>
      </p:sp>
      <p:pic>
        <p:nvPicPr>
          <p:cNvPr id="3" name="Picture 2" descr="fig3_asympto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1847" y="1051560"/>
            <a:ext cx="64080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064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404040"/>
                </a:solidFill>
              </a:rPr>
              <a:t>Figure 3. Asymptotic model of relief from the calculus. Raising supply approaches a cosmic ceiling; reducing demand approaches an irreducible floor set by embodied need. Neither reaches zero scarcity, so a residue of tragic weighing always remains; the claim is directional, not utopian.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