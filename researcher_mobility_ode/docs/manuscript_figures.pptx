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Quantifying the Point of No Return in Global AI/ML Research Communities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domestic active pool vs minimum viable threshold</a:t>
            </a:r>
          </a:p>
        </p:txBody>
      </p:sp>
      <p:pic>
        <p:nvPicPr>
          <p:cNvPr id="3" name="Picture 2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 by group</a:t>
            </a:r>
          </a:p>
        </p:txBody>
      </p:sp>
      <p:pic>
        <p:nvPicPr>
          <p:cNvPr id="3" name="Picture 2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drives the pool to its threshold.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Equilibrium, threshold and inflow parameters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64008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752.12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632.34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1156.27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129.07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1027.20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1497.37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66.04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1431.33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892.42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126.52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765.89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104.60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513.12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57.17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455.95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1783.64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1671.29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801.70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132.49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669.21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Top transition-rate elasticities for 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961119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64008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-2.162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0.046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0.047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0.013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-2.317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0.111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-2.125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0.047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-2.123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0.014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-2.126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0.066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Closest point of no return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9875520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64008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0.58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0.85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0.87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0.88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0.93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domestic_PIs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Saturating inflow extension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5486400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64008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752.12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411.20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1156.27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632.67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1497.37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781.23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892.42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469.06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129.35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234.34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513.12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270.32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0.04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1783.64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940.82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801.70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462.03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