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Figure 1. Weibull fits to digitized treatment-dropout curves (TB vs comparators)</a:t>
            </a:r>
          </a:p>
        </p:txBody>
      </p:sp>
      <p:pic>
        <p:nvPicPr>
          <p:cNvPr id="3" name="Picture 2" descr="weibull_real_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05840"/>
            <a:ext cx="9601200" cy="74191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/>
              <a:t>TB splits between IFR (Ethiopia) and DFR (China); HIV/ART and antipsychotic comparators are DFR. Values: results/weibull_fits.csv.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