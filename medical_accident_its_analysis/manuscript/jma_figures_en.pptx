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Figure 1</a:t>
            </a:r>
          </a:p>
        </p:txBody>
      </p:sp>
      <p:pic>
        <p:nvPicPr>
          <p:cNvPr id="4" name="Picture 3" descr="fig4_acciden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110866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Trends in medical safety incident counts by specialty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Figure 2</a:t>
            </a:r>
          </a:p>
        </p:txBody>
      </p:sp>
      <p:pic>
        <p:nvPicPr>
          <p:cNvPr id="4" name="Picture 3" descr="fig2_irf_physici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118545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IRF: physician count response to litigation shock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Figure 3</a:t>
            </a:r>
          </a:p>
        </p:txBody>
      </p:sp>
      <p:pic>
        <p:nvPicPr>
          <p:cNvPr id="4" name="Picture 3" descr="sfig1_irf_facil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1185454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IRF: facility count response to litigation shock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Figure 4</a:t>
            </a:r>
          </a:p>
        </p:txBody>
      </p:sp>
      <p:pic>
        <p:nvPicPr>
          <p:cNvPr id="4" name="Picture 3" descr="fig3_var_foreca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058400" cy="1185170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VAR-based workforce forecasts (2024–2033)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