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図1．インターフェロンベース標準治療の消失</a:t>
            </a:r>
          </a:p>
        </p:txBody>
      </p:sp>
      <p:pic>
        <p:nvPicPr>
          <p:cNvPr id="3" name="Picture 2" descr="fig1_ifn_collaps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図2．DAAの波：製剤別処方数量</a:t>
            </a:r>
          </a:p>
        </p:txBody>
      </p:sp>
      <p:pic>
        <p:nvPicPr>
          <p:cNvPr id="3" name="Picture 2" descr="fig2_daa_wav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005840"/>
            <a:ext cx="868680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