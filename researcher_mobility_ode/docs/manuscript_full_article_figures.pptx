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700342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16233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1766329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32449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1298250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27420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21.21312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49.72481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23.76054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39.26079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16.36230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28.68812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3.01286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97.12154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79.75137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10466.24081387803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231958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54498.35893829615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228035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86979.76895846531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148346.09206152224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183990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-6729.546240558848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49049.28906658018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1280.2210739433294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122490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278159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360991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82831.4132198458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357861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169788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30386.48166319204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7659.7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3193.8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Transition levers, policy instruments, and management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39"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Policy instrument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Management action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Dropout (d)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Early-career fellowships, childcare and dual-career support, stable non-tenure tracks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Retain researchers in the domestic pipeline beyond the first career years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Exogenous entry (I0)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Research-master and undergraduate pipelines, doctoral fellowships, recruitment visas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Widen the base of incoming researchers before they select a field or location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Return from abroad (β)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Return grants, diaspora networks, dual appointments, overseas-experience 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Encourage mobile researchers to re-establish domestic research groups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 hit generation (h_D)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Independent-lab programmes (e.g. SPREAD-style), doctoral/postdoctoral training, compute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Translate junior capacity into visible, high-impact work and independent research lines</a:t>
                      </a:r>
                    </a:p>
                  </a:txBody>
                  <a:tcPr/>
                </a:tc>
              </a:tr>
              <a:tr h="54864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PI promotion (p_D)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Tenure-track conversion, startup packages, project-based PI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Create durable principal-investigator positions that train the next cohort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[66728, 68334]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[29158, 30486]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[193718, 196316]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[82421, 84527]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[52402, 54515]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[29348, 31258]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[87356, 89880]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[46155, 48511]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[28932, 29757]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[7128, 7662]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[58590, 60178]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[21715, 22975]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[4602, 5077]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[1981, 2370]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[301809, 305720]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[131418, 134567]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[145947, 148235]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[62994, 64906]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Cross-civilisation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4332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 Same-civilisation cells and Unknown destinations are excluded.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2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3: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0.011625124450015864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0.03411253799743315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0.04616211641533843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0.0873092000485382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0.0456012888273175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3771.8823529411766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0.006761991119387412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0.035799512585035644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0.05094340242156166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0.09422625853124332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0.0458472850546197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9935.941176470587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0.008630402595531753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0.03299680283228205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0.02691431106611553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0.08241584203083246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0.0277057844536427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1651.1176470588234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0.012666046927368129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0.038401582840796256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0.025445116702978474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0.09498790956874537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0.0300792155414555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3002.529411764706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0.006917679672886924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0.037602085739115054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0.02367889326887788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0.06960468807321192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0.0552190245713187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1882.764705882353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0.009174917967806347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0.034841303799186506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0.025794413969593047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0.07781467004902813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0.0418088008437154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2955.294117647059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0.014804380291716199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0.033386940704236284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0.05892906512509506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0.06798731834845337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0.0442928225810436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258.6470588235294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0.0069463267399030824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0.027227975340917476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0.025975223591736964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0.09085321057400796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0.0336695344484046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11179.470588235294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0.008529718608775006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0.03333905686691644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0.04663252635534043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0.08645751258990873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0.0459350067675392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7929.823529411765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4: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52689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21968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20534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18505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15459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15003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20116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direction_agreement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threshold_alarms_obs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threshold_alarms_proj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3544.26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11674.84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7915.72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0.1666666666666666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16757.46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0.2222222222222222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1677.63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0.2777777777777778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6149.73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0.1666666666666666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256.88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0.2777777777777778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0.2857142857142857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18771.59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7013.54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046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direction_agreement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849.47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0.074074074074074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19801.25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0.0185185185185185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0.3888888888888889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8094.10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0.0925925925925925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1744.50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0.2592592592592592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12709.83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0.4629629629629629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