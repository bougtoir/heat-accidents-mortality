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Figure 1. Archaic DNA sharing vs. geographic distance</a:t>
            </a:r>
          </a:p>
        </p:txBody>
      </p:sp>
      <p:pic>
        <p:nvPicPr>
          <p:cNvPr id="3" name="Picture 2" descr="fig1_sharing_vs_dis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57" y="822960"/>
            <a:ext cx="10759781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t>Scatter plot of pairwise archaic DNA segment sharing correlation vs. geographic distance for 66 populations (2,145 pairs). (A) Neanderthal: blue = same continent, red = cross-continent, orange triangles = admixed populations. Dashed lines show corrected regression. (B) Denisovan: purple diamonds = Oceania-involved pairs. Corrected for admixture and continental grouping (R² = 0.51 / 0.50).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Figure 2. Pairwise archaic DNA sharing heatmap</a:t>
            </a:r>
          </a:p>
        </p:txBody>
      </p:sp>
      <p:pic>
        <p:nvPicPr>
          <p:cNvPr id="3" name="Picture 2" descr="fig2_sharing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313" y="822960"/>
            <a:ext cx="10829069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t>Heatmap of Neanderthal (left) and Denisovan (right) introgression segment sharing for 31 key populations. Note the isolated Oceanian cluster in the Denisovan panel (bottom-right), reflecting the Wallace Line boundary. Population labels colored by continental region.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Figure 3. Minard-style Out-of-Africa migration flow</a:t>
            </a:r>
          </a:p>
        </p:txBody>
      </p:sp>
      <p:pic>
        <p:nvPicPr>
          <p:cNvPr id="3" name="Picture 2" descr="fig3_minard_mig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771" y="822960"/>
            <a:ext cx="8370152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t>Flow visualization of Homo sapiens Out-of-Africa migration with archaic admixture events. Band width = relative population size. Stars = admixture events (Neanderthal ~47 kya; Denisovan 1 ~45 kya for Oceania 3-5%; Denisovan 2 ~30 kya for East Asia ~0.06%). Timelines approximate.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Figure 4. Bivariate world map of archaic DNA</a:t>
            </a:r>
          </a:p>
        </p:txBody>
      </p:sp>
      <p:pic>
        <p:nvPicPr>
          <p:cNvPr id="3" name="Picture 2" descr="fig4_bivariate_world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704" y="822960"/>
            <a:ext cx="8304286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t>Global distribution of archaic human DNA. Circle size = Neanderthal DNA proportion (0.08-1.8%). Color intensity = Denisovan DNA proportion (0.02-3.5%). Sharp color transition at the Wallace Line visible between mainland SE Asia and island Melanesia.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