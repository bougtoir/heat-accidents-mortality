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3897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Three-body scattering mapped onto PK compartments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3483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Survival curves: linear PK model fits N-body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3483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Nonlinear PK captures sticky chaos 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population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71607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Population PK: mass-ratio dependence (6 panels)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tm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3478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TMDD reverse application: dose-response bifurcation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