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1. STROBE Flow Diagram</a:t>
            </a:r>
          </a:p>
        </p:txBody>
      </p:sp>
      <p:pic>
        <p:nvPicPr>
          <p:cNvPr id="3" name="Picture 2" descr="fig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308" y="822960"/>
            <a:ext cx="369707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/>
            </a:pPr>
            <a:r>
              <a:t>Participant selection from initial assessment (N=3,479) through primary analysis (N=3,188) and sensitivity subgroup (N=663).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2. IONV Rates: Broad vs Narrow Definition</a:t>
            </a:r>
          </a:p>
        </p:txBody>
      </p:sp>
      <p:pic>
        <p:nvPicPr>
          <p:cNvPr id="3" name="Picture 2" descr="fig1_rat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62126"/>
            <a:ext cx="10515600" cy="45508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/>
            </a:pPr>
            <a:r>
              <a:t>Comparison of antiemetic use between singleton and twin groups using broad (all 7 drugs) and narrow (5-HT3 antagonists only) definitions.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3. Forest Plot — Narrow Antiemetic Definition</a:t>
            </a:r>
          </a:p>
        </p:txBody>
      </p:sp>
      <p:pic>
        <p:nvPicPr>
          <p:cNvPr id="3" name="Picture 2" descr="fig2_forest_E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049" y="822960"/>
            <a:ext cx="8443597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/>
            </a:pPr>
            <a:r>
              <a:t>Multivariable logistic regression for 5-HT3 antagonist use (primary outcome). Reduced model (6 covariates).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4. Twin Effect: Broad vs Narrow Definition</a:t>
            </a:r>
          </a:p>
        </p:txBody>
      </p:sp>
      <p:pic>
        <p:nvPicPr>
          <p:cNvPr id="3" name="Picture 2" descr="fig4_protocol_vs_de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66305"/>
            <a:ext cx="10515600" cy="4142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/>
            </a:pPr>
            <a:r>
              <a:t>Adjusted odds ratios for twin pregnancy across broad and narrow antiemetic definitions.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5. Covariate Sensitivity Analysis</a:t>
            </a:r>
          </a:p>
        </p:txBody>
      </p:sp>
      <p:pic>
        <p:nvPicPr>
          <p:cNvPr id="3" name="Picture 2" descr="fig3_covariat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247" y="822960"/>
            <a:ext cx="6045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/>
            </a:pPr>
            <a:r>
              <a:t>Robustness of twin effect across 20 covariate models for narrow-definition primary outcome (all P &lt; 0.05).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6. IONV Rates — Elective Low-Risk Subgroup</a:t>
            </a:r>
          </a:p>
        </p:txBody>
      </p:sp>
      <p:pic>
        <p:nvPicPr>
          <p:cNvPr id="3" name="Picture 2" descr="fig1_rat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62126"/>
            <a:ext cx="10515600" cy="45508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/>
            </a:pPr>
            <a:r>
              <a:t>IONV rates in sensitivity subgroup (N=663) after excluding emergency CS, prior CS, HDP, preoperative steroid.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7. Twin Effect — Elective Low-Risk Subgroup</a:t>
            </a:r>
          </a:p>
        </p:txBody>
      </p:sp>
      <p:pic>
        <p:nvPicPr>
          <p:cNvPr id="3" name="Picture 2" descr="fig4_broad_vs_n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66305"/>
            <a:ext cx="10515600" cy="4142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/>
            </a:pPr>
            <a:r>
              <a:t>Adjusted odds ratios in sensitivity subgroup: aOR increased from 3.18 to 13.59 for narrow definition.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