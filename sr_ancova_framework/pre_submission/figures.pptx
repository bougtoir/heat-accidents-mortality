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</a:t>
            </a:r>
          </a:p>
        </p:txBody>
      </p:sp>
      <p:pic>
        <p:nvPicPr>
          <p:cNvPr id="3" name="Picture 2" descr="fig1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157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8021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Conceptual schematic of the covariate-adjusted stochastic resonance framework. (a) Threshold-based event detector: a weak periodic signal s(t) embedded in Gaussian noise n(t) triggers events when |x(t)| exceeds threshold θ. (b) Stochastic resonance: event rate modulation is maximized at an intermediate noise level (green), suppressed at too-low noise (red), and washed out at too-high noise (blue). (c) Covariate adjustment narrows the residual noise distribution, effectively shifting the operating point on the SR curve.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2</a:t>
            </a:r>
          </a:p>
        </p:txBody>
      </p:sp>
      <p:pic>
        <p:nvPicPr>
          <p:cNvPr id="3" name="Picture 2" descr="fig2_s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442" y="822960"/>
            <a:ext cx="605481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Stochastic resonance curves for a threshold detector (A/θ = 0.3). Solid lines: analytical SNR from two-state theory. Points with error bars: Monte Carlo validation via cross-correlation. Covariate adjustment (ρ &gt; 0) shifts the SR peak to higher input noise levels, meaning the detector tolerates more environmental noise when a good noise model is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3</a:t>
            </a:r>
          </a:p>
        </p:txBody>
      </p:sp>
      <p:pic>
        <p:nvPicPr>
          <p:cNvPr id="3" name="Picture 2" descr="fig3_detection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90" y="822960"/>
            <a:ext cx="1062911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Detection probability P_D and false alarm probability P_FA as functions of input noise level for different covariate model accuracies ρ. Higher ρ suppresses both P_D and P_FA by reducing effective noise; the net effect on detection performance depends on the operating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4</a:t>
            </a:r>
          </a:p>
        </p:txBody>
      </p:sp>
      <p:pic>
        <p:nvPicPr>
          <p:cNvPr id="3" name="Picture 2" descr="fig4_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509" y="822960"/>
            <a:ext cx="445867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ROC curves at fixed input noise σ_n/θ = 1.5 (excess noise regime) for different covariate adjustment levels. In this regime, higher ρ improves the ROC curve, confirming that covariate adjustment is beneficial when the system operates above the SR optimum.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5</a:t>
            </a:r>
          </a:p>
        </p:txBody>
      </p:sp>
      <p:pic>
        <p:nvPicPr>
          <p:cNvPr id="3" name="Picture 2" descr="fig5_optimal_r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9" y="822960"/>
            <a:ext cx="1069937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Optimal noise model accuracy ρ* and the corresponding SNR improvement. (a) When σ &lt; θ (SR regime, yellow shading), ρ* = 0: any noise removal degrades performance. When σ &gt; θ (excess noise regime, blue shading), ρ* increases to bring effective noise to the SR optimum. (b) SNR improvement at optimal ρ* grows exponentially with input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6</a:t>
            </a:r>
          </a:p>
        </p:txBody>
      </p:sp>
      <p:pic>
        <p:nvPicPr>
          <p:cNvPr id="3" name="Picture 2" descr="fig6_dvs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47" y="822960"/>
            <a:ext cx="1063360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Application to dynamic vision sensor (DVS) astronomical observation. (a) ROC-AUC for noise classification: the Fano filter (covariate adjustment approach) achieves AUC = 0.866, far exceeding temporal filtering and neural methods. (b) NRR vs SPR trade-off: the Fano filter preserves 93.9% of signal events while removing 71.3% of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7</a:t>
            </a:r>
          </a:p>
        </p:txBody>
      </p:sp>
      <p:pic>
        <p:nvPicPr>
          <p:cNvPr id="3" name="Picture 2" descr="fig7_mutual_in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318" y="822960"/>
            <a:ext cx="65890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Mutual information I(S; E) between the periodic signal and the event stream as a function of input noise level. Covariate adjustment (ρ = 0.8) shifts the MI peak to higher input noise, consistent with the SR curve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