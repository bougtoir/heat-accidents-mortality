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図1. 各国の医療セクターI-O乗数の比較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各国の医療支出の産業連関乗数。日本は2.78倍で比較対象国中最大。出典: Yamada &amp; Imanaka 2015, Gutierrez-Hernandez 2021他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図2. テンポ効果の三層構造 — 人口→GDP→医療への移植</a:t>
            </a:r>
          </a:p>
        </p:txBody>
      </p:sp>
      <p:pic>
        <p:nvPicPr>
          <p:cNvPr id="3" name="Picture 2" descr="fig5_three_layer_analogy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Bongaarts-Feeneyのテンポ効果を資本会計・医療に三層的に移植。医療のテンポドリフト（+0.15年/年）はGDP（+0.04年/年）の約4倍。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図3. 二重リターン・フレームワーク概念図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医療支出は需要側（I-O乗数）と供給側（健康資本テンポ効果）の二つの経路で経済にリターンをもたらす。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図4. 各国の医療支出財政回収率（τ·m / pf）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財政回収率 = (実効税率 × I-O乗数) / 公的負担割合。1.0以上は税収還流が公的支出を上回ることを意味する。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図5. 医療支出（対GDP%）と平均寿命（OECD, 2019年）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横軸: 対GDP医療支出割合(%), 縦軸: 出生時平均寿命(年). 米国を除く線形フィット。米国は外れ値として別表示。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