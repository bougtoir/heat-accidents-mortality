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a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27939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Sensitivity-analysis framework for evaluating malpractice-litigation risk as a healthcare workforce-allocation lever.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a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2008–2024 (rates, not counts).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3</a:t>
            </a:r>
          </a:p>
        </p:txBody>
      </p:sp>
      <p:pic>
        <p:nvPicPr>
          <p:cNvPr id="3" name="Picture 2" descr="ha_Supplementary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