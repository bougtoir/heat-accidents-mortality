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1. Total downstream visits by follow-up rate</a:t>
            </a:r>
          </a:p>
        </p:txBody>
      </p:sp>
      <p:pic>
        <p:nvPicPr>
          <p:cNvPr id="3" name="Picture 2" descr="total_visits_by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981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2. Diagnostic capacity utilisation by follow-up rate</a:t>
            </a:r>
          </a:p>
        </p:txBody>
      </p:sp>
      <p:pic>
        <p:nvPicPr>
          <p:cNvPr id="3" name="Picture 2" descr="capacit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977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3. Age-specific PPV by cancer type</a:t>
            </a:r>
          </a:p>
        </p:txBody>
      </p:sp>
      <p:pic>
        <p:nvPicPr>
          <p:cNvPr id="3" name="Picture 2" descr="ppv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432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4. PPV and total positives across specificity values</a:t>
            </a:r>
          </a:p>
        </p:txBody>
      </p:sp>
      <p:pic>
        <p:nvPicPr>
          <p:cNvPr id="3" name="Picture 2" descr="specific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66441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