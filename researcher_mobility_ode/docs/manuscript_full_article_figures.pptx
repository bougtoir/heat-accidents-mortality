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Heterogeneity: Interventions, Global AI/ML Researcher Mobility, and a Transition-Rate Framework (SHIGA)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6.27929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9.36261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22.67343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7.05353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4.09717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4.06036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8.97530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15.87655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5.81317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Annual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0.043972244494452827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2.076923076923077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0.0300192911404828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1.7333333333333334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2.2222222222222223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0.05831801893653609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0.08593809508349504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0.027229516859262524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