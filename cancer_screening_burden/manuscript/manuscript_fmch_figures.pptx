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1. Total downstream visits by follow-up rate</a:t>
            </a:r>
          </a:p>
        </p:txBody>
      </p:sp>
      <p:pic>
        <p:nvPicPr>
          <p:cNvPr id="3" name="Picture 2" descr="total_visits_by_follow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058400" cy="59814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2. Diagnostic capacity utilisation by follow-up rate</a:t>
            </a:r>
          </a:p>
        </p:txBody>
      </p:sp>
      <p:pic>
        <p:nvPicPr>
          <p:cNvPr id="3" name="Picture 2" descr="capacity_uti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058400" cy="597746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3. Age-specific PPV by cancer type</a:t>
            </a:r>
          </a:p>
        </p:txBody>
      </p:sp>
      <p:pic>
        <p:nvPicPr>
          <p:cNvPr id="3" name="Picture 2" descr="ppv_by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058400" cy="54321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4. PPV and total positives across specificity values</a:t>
            </a:r>
          </a:p>
        </p:txBody>
      </p:sp>
      <p:pic>
        <p:nvPicPr>
          <p:cNvPr id="3" name="Picture 2" descr="specificity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058400" cy="664411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