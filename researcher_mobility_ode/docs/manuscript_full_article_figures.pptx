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if they persisted.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2412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Annual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3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0.043972244494452827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2.076923076923077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0.0300192911404828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1.7333333333333334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2.2222222222222223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0.05831801893653609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0.08593809508349504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1.6666666666666667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2.5625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0.027229516859262524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36.7%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34.8%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54.5%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55.0%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32.3%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