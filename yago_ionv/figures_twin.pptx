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1</a:t>
            </a:r>
          </a:p>
        </p:txBody>
      </p:sp>
      <p:pic>
        <p:nvPicPr>
          <p:cNvPr id="3" name="Picture 2" descr="fig1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194" y="914400"/>
            <a:ext cx="7433307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Distribution of key variables — Twin CS (n=342)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2</a:t>
            </a:r>
          </a:p>
        </p:txBody>
      </p:sp>
      <p:pic>
        <p:nvPicPr>
          <p:cNvPr id="3" name="Picture 2" descr="fig2_ionv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836" y="914400"/>
            <a:ext cx="7694022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IONV outcome rates with 95% CI — Twin CS (n=342)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3</a:t>
            </a:r>
          </a:p>
        </p:txBody>
      </p:sp>
      <p:pic>
        <p:nvPicPr>
          <p:cNvPr id="3" name="Picture 2" descr="fig3_temporal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914400"/>
            <a:ext cx="950976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Temporal trends — Twin CS (n=342)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4</a:t>
            </a:r>
          </a:p>
        </p:txBody>
      </p:sp>
      <p:pic>
        <p:nvPicPr>
          <p:cNvPr id="3" name="Picture 2" descr="fig4_drug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814" y="914400"/>
            <a:ext cx="8690065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Antiemetic drug usage — Twin CS (n=342)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5</a:t>
            </a:r>
          </a:p>
        </p:txBody>
      </p:sp>
      <p:pic>
        <p:nvPicPr>
          <p:cNvPr id="3" name="Picture 2" descr="fig5_blood_loss_by_emerg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836" y="914400"/>
            <a:ext cx="7694022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Blood loss by emergency status — Twin CS (n=342)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