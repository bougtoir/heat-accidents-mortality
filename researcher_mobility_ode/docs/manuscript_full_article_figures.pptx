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2.00976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0.02068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2.98220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8.94321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2.98224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3.76837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1.63264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1.40010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10.72937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3.99058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0.665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0.735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3.2617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0.749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3.4179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0.907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0.00833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0.00909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0.00357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0.00357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-51.77089745368875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-51.8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1011.0830701404216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1240.8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1011.1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369.54775141837126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369.5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-134.79940443579716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-134.8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69.7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[126, 708]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[94, 681]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[235, 741]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[180, 672]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[282, 1610]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[221, 1545]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[174, 854]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[130, 807]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[97, 385]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[51, 323]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[76, 437]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[42, 370]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[17, 205]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[9, 181]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[749, 3917]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[647, 3834]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[306, 1032]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[261, 972]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0.09030691530691529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0.16950869143402855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0.12517482517482514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0.15027727083818868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0.03905961009341761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1.9411764705882353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0.0547700911288813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0.13864903183270091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0.07871610131706451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0.14264660396591697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0.023674742534111688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3.9411764705882355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0.0789847968795337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0.12350265718686769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0.14331942567236683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0.05307877193749054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2.2941176470588234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0.08504828504828502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0.20808080808080806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0.10409590409590408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0.13562980229646893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0.11037406399236019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0.05662404304767696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0.35619047619047617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0.08137646117740024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0.14584418849124728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0.0443166592748605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2.0588235294117645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0.07523667574660106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0.23760683760683762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0.0856046238308121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0.14128464128464127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0.048574134321384604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0.0996114996114996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0.2664799253034547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0.1581973581973582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0.12037296037296036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0.06193362287239223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1.411764705882353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0.07682211469626446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0.19303546127075535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0.09610206748005357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0.16763236763236763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0.03233016427975298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3.588235294117647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0.08709056580118316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0.1570671127363369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0.13398298013122267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0.1660110854428829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0.023918509345214507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3.6470588235294117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86.6%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106.2%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117.4%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109.8%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