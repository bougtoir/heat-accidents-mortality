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1. Concordance by scenario</a:t>
            </a:r>
          </a:p>
        </p:txBody>
      </p:sp>
      <p:pic>
        <p:nvPicPr>
          <p:cNvPr id="3" name="Picture 2" descr="figure2_scenarios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847" y="960120"/>
            <a:ext cx="5080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Device-versus-reference concordance for the four static scenarios; each panel shows CCC, scale shift v and mean bias. S4 has near-zero bias despite a 10% gain error.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2. Detection pattern</a:t>
            </a:r>
          </a:p>
        </p:txBody>
      </p:sp>
      <p:pic>
        <p:nvPicPr>
          <p:cNvPr id="3" name="Picture 2" descr="figure3_detectio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47" y="960120"/>
            <a:ext cx="77724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Which reported analysis detects the error in each scenario (green = detected, grey = missed). In S4 the mean-bias summary misses the gain error that all proportional-bias–aware analyses detect.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3. Bland–Altman regression</a:t>
            </a:r>
          </a:p>
        </p:txBody>
      </p:sp>
      <p:pic>
        <p:nvPicPr>
          <p:cNvPr id="3" name="Picture 2" descr="figure4_ba_masked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25" y="960120"/>
            <a:ext cx="1093304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Difference-versus-mean plots for S2 (flat slope) and S4 (positive slope despite near-zero mean bias), revealing the masked proportional (gain)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Figure 4. Dynamic response</a:t>
            </a:r>
          </a:p>
        </p:txBody>
      </p:sp>
      <p:pic>
        <p:nvPicPr>
          <p:cNvPr id="3" name="Picture 2" descr="figure5_dynamic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77295" cy="39904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Frequency response and waveforms for optimal, under-damped and over-damped systems, with measured-versus-true pulse pressure and the mean PP ratio.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Supplemental Digital Content 1. Signal decomposition</a:t>
            </a:r>
          </a:p>
        </p:txBody>
      </p:sp>
      <p:pic>
        <p:nvPicPr>
          <p:cNvPr id="3" name="Picture 2" descr="figure1_signa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11277295" cy="4305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A DC offset shifts the baseline but leaves pulse pressure unchanged; a gain error scales the whole waveform. Zeroing corrects the offset but not the gain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/>
              <a:t>Supplemental Digital Content 2. Range-dependence of the CCC</a:t>
            </a:r>
          </a:p>
        </p:txBody>
      </p:sp>
      <p:pic>
        <p:nvPicPr>
          <p:cNvPr id="3" name="Picture 2" descr="figure6_range_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972" y="960120"/>
            <a:ext cx="7143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For one fixed device, CCC and C_b increase as the sampled pressure range widens, while the scale shift v stays near the true gain ratio.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