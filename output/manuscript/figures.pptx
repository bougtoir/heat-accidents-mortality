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°C anomaly: an acute same-day excess followed by a 1-3 day deficit consistent with short-term displacement (harvesting) rather than a net addition of deaths.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_us_road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749997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road-user type. Open-air users (motorcyclists, pedestrians, cyclists) show much larger heat effects than enclosed, often air-conditioned, vehicle occupants—a gradient that tracks direct heat exposure rather than driving volume. This subgroup analysis is exploratory and is not adjusted for multiple comparisons.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_us_timeof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00779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hour of day. The excess is largest for crashes in the hottest part of the day (12-17 h) and weakest in the cool morning (06-11 h). This subgroup analysis is exploratory and is not adjusted for multiple comparisons.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8</a:t>
            </a:r>
          </a:p>
        </p:txBody>
      </p:sp>
      <p:pic>
        <p:nvPicPr>
          <p:cNvPr id="3" name="Picture 2" descr="fig_us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3323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projected additional traffic-crash deaths per year under uniform warming of the daily temperature distribution by +1, +2 and +3 °C, holding driving activity and baseline rates constant. Bars show the point estimate with 95% Monte Carlo confidence intervals; this is a scenario projection, not an observed quantity.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9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10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°C anomaly, United States versus Japan. The US shows a precise acute effect; the Japanese estimate is underpowered. This comparison is exploratory and is not adjusted for multiple comparisons.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