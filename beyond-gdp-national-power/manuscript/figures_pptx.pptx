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Fig. 1</a:t>
            </a:r>
          </a:p>
        </p:txBody>
      </p:sp>
      <p:pic>
        <p:nvPicPr>
          <p:cNvPr id="3" name="Picture 2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914400"/>
            <a:ext cx="9144000" cy="38035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/>
            </a:pPr>
            <a:r>
              <a:t>Conquest rates by closure classification across six sensitivity scenarios. Bars show conquest rates for closed (including technically excluded) vs. open polities. Significance thresholds: *p &lt; 0.05, **p &lt; 0.01.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Fig. 2</a:t>
            </a:r>
          </a:p>
        </p:txBody>
      </p:sp>
      <p:pic>
        <p:nvPicPr>
          <p:cNvPr id="3" name="Picture 2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7747" y="914400"/>
            <a:ext cx="7376201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/>
            </a:pPr>
            <a:r>
              <a:t>Progressive strengthening of Fisher's exact test p-values as technically excluded polities are reclassified from open to closed. The dashed line indicates p = 0.05.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Fig. 3</a:t>
            </a:r>
          </a:p>
        </p:txBody>
      </p:sp>
      <p:pic>
        <p:nvPicPr>
          <p:cNvPr id="3" name="Picture 2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914400"/>
            <a:ext cx="9144000" cy="38046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/>
            </a:pPr>
            <a:r>
              <a:t>Conquest rates disaggregated by closure type under the 7-country reclassification. Technical exclusion (zero technology flow) produces the highest conquest rate, followed by policy bans, sakoku, and bloc closures.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Fig. 4</a:t>
            </a:r>
          </a:p>
        </p:txBody>
      </p:sp>
      <p:pic>
        <p:nvPicPr>
          <p:cNvPr id="3" name="Picture 2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3202" y="914400"/>
            <a:ext cx="6125291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/>
            </a:pPr>
            <a:r>
              <a:t>Forest plot of multivariate logistic regression coefficients (log-odds) under the 7-country reclassification with disrupted = overtaken. External threat and institutional quality are the strongest predictors; the network closure indicator is not independently significant.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