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6.27929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9.36261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22.67343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7.05353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4.09717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4.06036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8.97530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15.87655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5.81317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3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0.1129176379176379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0.15173091365625077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0.1417249417249417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0.06086050415316485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0.043972244494452827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2.076923076923077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0.047545598762704575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0.13902267736763677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0.12181336418611399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0.06799587647162213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0.0300192911404828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0.06396181707275748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0.13046281630447018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0.07486960638957495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0.05741241221177246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1.7333333333333334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0.08205568021963228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0.29100529100529093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0.1326110541617339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0.07790892074769187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0.15885368948496636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2.2222222222222223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0.05340135985824978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0.3333333333333333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0.10170404247700691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0.072498564486719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0.05831801893653609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0.09591154459575511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0.24004884004884006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0.1285588680325522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0.08731763592444705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0.08593809508349504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0.09078955232801385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0.21396825396825397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0.19933058394596853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0.06507524037958819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0.0881659023795685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0.04506616990458503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0.20043186340764194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0.08705484019374365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0.05182305235562991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0.036227248090891374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0.0691164519185129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0.16127421339903422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0.15765794688955578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0.04848176699156801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0.027229516859262524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