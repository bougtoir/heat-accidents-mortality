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Figure 1. Medical Safety Incident Trends by Specialty</a:t>
            </a:r>
          </a:p>
        </p:txBody>
      </p:sp>
      <p:pic>
        <p:nvPicPr>
          <p:cNvPr id="3" name="Picture 2" descr="fig4_accid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100787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JMSR mandatory reports (2015-2025) and litigation statistics (2004-2023) for the 12 core specialties.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Figure 2 (Supplementary). Granger Causality Heatmap</a:t>
            </a:r>
          </a:p>
        </p:txBody>
      </p:sp>
      <p:pic>
        <p:nvPicPr>
          <p:cNvPr id="3" name="Picture 2" descr="fig1_grang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54252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Forward Granger causality p-values (-log10 scale) for incidents → workforce. Rows: specialties; columns: incident definitions.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Figure 2. Impulse Response Functions: Litigation → Physicians</a:t>
            </a:r>
          </a:p>
        </p:txBody>
      </p:sp>
      <p:pic>
        <p:nvPicPr>
          <p:cNvPr id="3" name="Picture 2" descr="fig2_irf_physic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10776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Response of physician counts to a one-unit shock in litigation cases for six key specialties. Shaded areas: approximate 95% 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Figure 3. VAR-Based Forecasts</a:t>
            </a:r>
          </a:p>
        </p:txBody>
      </p:sp>
      <p:pic>
        <p:nvPicPr>
          <p:cNvPr id="3" name="Picture 2" descr="fig3_var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1077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Physician and facility count forecasts (2024-2033) for general surgery, obstetrics &amp; gynaecology, and internal medicine.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Supplementary Figure S1. IRF: Litigation → Facilities</a:t>
            </a:r>
          </a:p>
        </p:txBody>
      </p:sp>
      <p:pic>
        <p:nvPicPr>
          <p:cNvPr id="3" name="Picture 2" descr="sfig1_irf_fac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10776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t>Response of facility counts to a one-unit shock in litigation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