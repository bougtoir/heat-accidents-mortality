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Figure 3. Natural Experiment: Academic Calendar vs Biological Seasonality</a:t>
            </a:r>
          </a:p>
        </p:txBody>
      </p:sp>
      <p:pic>
        <p:nvPicPr>
          <p:cNvPr id="3" name="Picture 2" descr="natural_experimen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430000" cy="9855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Geographic variation in academic year start months used as instrument. Japan/Korea (April, n=250), USA/EU/CN (Sep/Oct, n=2825), Australia/NZ/BR (Jan/Feb, SH, n=83). Japan shows significant March peak (p=0.0006); USA/EU shows no significant seasonality.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