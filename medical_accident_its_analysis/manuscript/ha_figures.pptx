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a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±1% and ±2%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a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 Points are coloured by specialty; the count panel shows the size confounding that the rate panel removes.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