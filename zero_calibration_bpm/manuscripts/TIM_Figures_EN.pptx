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1. Signal decomposition</a:t>
            </a:r>
          </a:p>
        </p:txBody>
      </p:sp>
      <p:pic>
        <p:nvPicPr>
          <p:cNvPr id="3" name="Picture 2" descr="figure1_signa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77295" cy="4305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A DC offset shifts the arterial pressure baseline but leaves pulse pressure unchanged; a gain error scales the whole waveform and changes pulse pressure. Zeroing corrects the offset but not the gain.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2. Concordance by scenario</a:t>
            </a:r>
          </a:p>
        </p:txBody>
      </p:sp>
      <p:pic>
        <p:nvPicPr>
          <p:cNvPr id="3" name="Picture 2" descr="figure2_scenarios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847" y="960120"/>
            <a:ext cx="508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Device-versus-reference concordance for the four static scenarios (dashed line = identity). Each panel shows the CCC, the CCC scale shift v, and the Bland–Altman mean bias. S4 has a near-zero mean bias despite a 10% gain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3. Detection pattern</a:t>
            </a:r>
          </a:p>
        </p:txBody>
      </p:sp>
      <p:pic>
        <p:nvPicPr>
          <p:cNvPr id="3" name="Picture 2" descr="figure3_detec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960120"/>
            <a:ext cx="777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Which reported analysis detects the error in each scenario (green = detected, grey = missed). In S4 the mean-bias summary misses the gain error that every proportional-bias–aware analysis detects.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4. Bland–Altman regression</a:t>
            </a:r>
          </a:p>
        </p:txBody>
      </p:sp>
      <p:pic>
        <p:nvPicPr>
          <p:cNvPr id="3" name="Picture 2" descr="figure4_ba_masked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25" y="960120"/>
            <a:ext cx="1093304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Difference-versus-mean plots. In S2 the regression slope is flat; in S4 the slope is clearly positive despite a near-zero mean bias, revealing the masked proportional (gain)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5. Dynamic response</a:t>
            </a:r>
          </a:p>
        </p:txBody>
      </p:sp>
      <p:pic>
        <p:nvPicPr>
          <p:cNvPr id="3" name="Picture 2" descr="figure5_dynamic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77295" cy="3990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(A) Frequency response of optimal, under-damped and over-damped systems with arterial harmonics overlaid. (B) Example waveforms. (C) Measured-versus-true pulse pressure and the mean PP ratio for each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6. Range-dependence of the CCC</a:t>
            </a:r>
          </a:p>
        </p:txBody>
      </p:sp>
      <p:pic>
        <p:nvPicPr>
          <p:cNvPr id="3" name="Picture 2" descr="figure6_range_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972" y="960120"/>
            <a:ext cx="7143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For one fixed device, the CCC and the bias-correction factor C_b increase as the sampled pressure range widens, while the scale shift v stays close to the true gain ratio.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7. Real-waveform validation</a:t>
            </a:r>
          </a:p>
        </p:txBody>
      </p:sp>
      <p:pic>
        <p:nvPicPr>
          <p:cNvPr id="3" name="Picture 2" descr="figure7_rea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25" y="960120"/>
            <a:ext cx="1093304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(A) A 10-s segment of the SNUADC/ART waveform from the VitalDB Open Dataset with detected beats. (B) Bland–Altman plot for the gain-masked scenario (R4), showing a near-zero mean bias with a clear proportional bias.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