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400" b="1"/>
            </a:pPr>
            <a:r>
              <a:t>Fig. 1: IONV Rates — Protocol (A) vs 5-HT3 (E)</a:t>
            </a:r>
          </a:p>
        </p:txBody>
      </p:sp>
      <p:pic>
        <p:nvPicPr>
          <p:cNvPr id="3" name="Picture 2" descr="fig1_rate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9728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400" b="1"/>
            </a:pPr>
            <a:r>
              <a:t>Fig. 2: Logistic Regression — 5-HT3 Use (Def E Primary)</a:t>
            </a:r>
          </a:p>
        </p:txBody>
      </p:sp>
      <p:pic>
        <p:nvPicPr>
          <p:cNvPr id="3" name="Picture 2" descr="fig2_forest_E_pri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9728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400" b="1"/>
            </a:pPr>
            <a:r>
              <a:t>Fig. 3: Covariate Sensitivity Analysis (Def E Primary)</a:t>
            </a:r>
          </a:p>
        </p:txBody>
      </p:sp>
      <p:pic>
        <p:nvPicPr>
          <p:cNvPr id="3" name="Picture 2" descr="fig3_covariat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9728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400" b="1"/>
            </a:pPr>
            <a:r>
              <a:t>Fig. 4: Twin Effect — Protocol vs 5-HT3 Definition</a:t>
            </a:r>
          </a:p>
        </p:txBody>
      </p:sp>
      <p:pic>
        <p:nvPicPr>
          <p:cNvPr id="3" name="Picture 2" descr="fig4_protocol_vs_de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972800" cy="5486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