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HIV/ART: Retention &amp; Hazard Functions</a:t>
            </a:r>
          </a:p>
        </p:txBody>
      </p:sp>
      <p:pic>
        <p:nvPicPr>
          <p:cNvPr id="3" name="Picture 2" descr="fig1_hiv_art_treatment_discontinuation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Retention curves with Weibull fits and hazard functions for HIV/ART datasets.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HIV/ART: Weibull Probability Plot</a:t>
            </a:r>
          </a:p>
        </p:txBody>
      </p:sp>
      <p:pic>
        <p:nvPicPr>
          <p:cNvPr id="3" name="Picture 2" descr="fig2_hiv_art_treatment_discontinuation_prob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Linearised goodness-of-fit assessment for HIV/ART datasets.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