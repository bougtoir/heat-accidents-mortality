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Figure 1. The Environmental Iceberg of Stem Cell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[Conceptual diagram — controlled vs uncontrolled environmental variables]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Figure 2. Research Roadmap for Environmental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/>
              <a:t>[Evidence matrix + 3-phase investigation strategy]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Figure 3. Natural Experiment: Academic Calendar vs Biological Seasonality</a:t>
            </a:r>
          </a:p>
        </p:txBody>
      </p:sp>
      <p:pic>
        <p:nvPicPr>
          <p:cNvPr id="3" name="Picture 2" descr="natural_experiment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11430000" cy="98554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Japan/Korea (Mar/Apr start) shows March peak (p=0.0006); USA/EU/CN (Sep/Oct start) shows no seasonality (p=0.15). Sensitivity: removing Japan eliminates March 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