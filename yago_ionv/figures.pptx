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1: IONV Rates by Group</a:t>
            </a:r>
          </a:p>
        </p:txBody>
      </p:sp>
      <p:pic>
        <p:nvPicPr>
          <p:cNvPr id="3" name="Picture 2" descr="fig1_ionv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2: Forest Plot — Primary Outcome</a:t>
            </a:r>
          </a:p>
        </p:txBody>
      </p:sp>
      <p:pic>
        <p:nvPicPr>
          <p:cNvPr id="3" name="Picture 2" descr="fig2_forest_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3: Forest Plot — Secondary Outcome</a:t>
            </a:r>
          </a:p>
        </p:txBody>
      </p:sp>
      <p:pic>
        <p:nvPicPr>
          <p:cNvPr id="3" name="Picture 2" descr="fig3_forest_seco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4: IONV Rates by Timing Phase</a:t>
            </a:r>
          </a:p>
        </p:txBody>
      </p:sp>
      <p:pic>
        <p:nvPicPr>
          <p:cNvPr id="3" name="Picture 2" descr="fig4_ionv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5: Temporal Trend of IONV Rates</a:t>
            </a:r>
          </a:p>
        </p:txBody>
      </p:sp>
      <p:pic>
        <p:nvPicPr>
          <p:cNvPr id="3" name="Picture 2" descr="fig5_tempor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6: Antiemetic Drug Usage Comparison</a:t>
            </a:r>
          </a:p>
        </p:txBody>
      </p:sp>
      <p:pic>
        <p:nvPicPr>
          <p:cNvPr id="3" name="Picture 2" descr="fig6_antiemetic_dru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