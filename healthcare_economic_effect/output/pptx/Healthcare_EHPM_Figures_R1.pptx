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1. Dual-Return Framework</a:t>
            </a:r>
          </a:p>
        </p:txBody>
      </p:sp>
      <p:pic>
        <p:nvPicPr>
          <p:cNvPr id="3" name="Picture 2" descr="fig4_dual_return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2. Healthcare I-O Output Multipliers</a:t>
            </a:r>
          </a:p>
        </p:txBody>
      </p:sp>
      <p:pic>
        <p:nvPicPr>
          <p:cNvPr id="3" name="Picture 2" descr="fig1_io_multip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Note: US = Medicare only.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3. Fiscal Return Ratio</a:t>
            </a:r>
          </a:p>
        </p:txBody>
      </p:sp>
      <p:pic>
        <p:nvPicPr>
          <p:cNvPr id="3" name="Picture 2" descr="fig3_fiscal_sustain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4. Three-Layer Tempo Analogy</a:t>
            </a:r>
          </a:p>
        </p:txBody>
      </p:sp>
      <p:pic>
        <p:nvPicPr>
          <p:cNvPr id="3" name="Picture 2" descr="fig5_three_layer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M2 vs M1 does not survive BIC.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5. CHE vs Life Expectancy</a:t>
            </a:r>
          </a:p>
        </p:txBody>
      </p:sp>
      <p:pic>
        <p:nvPicPr>
          <p:cNvPr id="3" name="Picture 2" descr="fig2_che_vs_lifeex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6. Equipment Density</a:t>
            </a:r>
          </a:p>
        </p:txBody>
      </p:sp>
      <p:pic>
        <p:nvPicPr>
          <p:cNvPr id="3" name="Picture 2" descr="fig6_equipmen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7. Import Leakage vs Multiplier</a:t>
            </a:r>
          </a:p>
        </p:txBody>
      </p:sp>
      <p:pic>
        <p:nvPicPr>
          <p:cNvPr id="3" name="Picture 2" descr="fig7_import_leakage_multipl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8. Japan Counterfactual</a:t>
            </a:r>
          </a:p>
        </p:txBody>
      </p:sp>
      <p:pic>
        <p:nvPicPr>
          <p:cNvPr id="3" name="Picture 2" descr="fig8_counterfactual_jap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9. Equipment CHE Share Sensitivity</a:t>
            </a:r>
          </a:p>
        </p:txBody>
      </p:sp>
      <p:pic>
        <p:nvPicPr>
          <p:cNvPr id="3" name="Picture 2" descr="fig9_sensitivity_equip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NEW in R1. Scenario A FR varies 0.94-1.02.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