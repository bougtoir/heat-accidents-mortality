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1</a:t>
            </a:r>
          </a:p>
        </p:txBody>
      </p:sp>
      <p:pic>
        <p:nvPicPr>
          <p:cNvPr id="3" name="Picture 2" descr="fig1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Conceptual comparison of three information regimes for minefields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2</a:t>
            </a:r>
          </a:p>
        </p:txBody>
      </p:sp>
      <p:pic>
        <p:nvPicPr>
          <p:cNvPr id="3" name="Picture 2" descr="fig2_breach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69597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Attacker breach delay as a function of dummy ratio 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3</a:t>
            </a:r>
          </a:p>
        </p:txBody>
      </p:sp>
      <p:pic>
        <p:nvPicPr>
          <p:cNvPr id="3" name="Picture 2" descr="fig3_postconfl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46157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Post-conflict clearance: time savings and residual risk elimination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4</a:t>
            </a:r>
          </a:p>
        </p:txBody>
      </p:sp>
      <p:pic>
        <p:nvPicPr>
          <p:cNvPr id="3" name="Picture 2" descr="fig4_entr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69597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Positional entropy (attacker uncertainty) under transparent map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5</a:t>
            </a:r>
          </a:p>
        </p:txBody>
      </p:sp>
      <p:pic>
        <p:nvPicPr>
          <p:cNvPr id="3" name="Picture 2" descr="fig5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85371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Policy trade-off between military utility and humanitarian cost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