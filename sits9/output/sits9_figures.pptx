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4" name="Picture 3" descr="pachelbel_stitch_2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Figure 1. SITS9 Loom Renderer output for Pachelbel's Canon (I-V-vi-iii-IV-I-IV-V, 2 loops). Red solid lines = surface stitches; grey dashed lines = back stitches; filled black circles = anchor points (knots).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4" name="Picture 3" descr="pachelbel_score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Figure 2. Harmonic tension profile of Pachelbel's Canon encoded as SITS9 instructions. Bar colour = instruction type (blue = ANCHOR, red = FWD, green = RET). Bar height = TENSION. Dashed line traces the tension arc.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4" name="Picture 3" descr="pachelbel_textile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Figure 3. Textile schema (back-stitch pattern) for Pachelbel's Canon. Needle path alternates between surface (orange) and back (blue). Red = FWD on surface; orange diagonals = CROSS; black dot = ANCHOR (knot).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4" name="Picture 3" descr="pachelbel_cooking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Figure 4. Cooking schema for Pachelbel's Canon. Heat curve (TENSION) follows the harmonic tension profile. Background zones: red = grill, blue = simmer, green = steam. Dashed vertical = CROSS (method switch).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