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</a:t>
            </a:r>
          </a:p>
        </p:txBody>
      </p:sp>
      <p:pic>
        <p:nvPicPr>
          <p:cNvPr id="3" name="Picture 2" descr="fig1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198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5822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Conceptual schematic of covariate-adjusted stochastic resonance. (a) Threshold detector: subthreshold signal + noise triggers events. (b) SR: event-rate modulation peaks at intermediate noise. (c) Covariate adjustment narrows residual, shifting the SR operating 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2</a:t>
            </a:r>
          </a:p>
        </p:txBody>
      </p:sp>
      <p:pic>
        <p:nvPicPr>
          <p:cNvPr id="3" name="Picture 2" descr="fig3_optimal_r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8" y="822960"/>
            <a:ext cx="107038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Optimal noise model accuracy. (a) ρ* vs. input noise: 0 in SR regime, √(1 − θ²/σ²) in excess-noise regime. (b) SNR gain at ρ* grows exponentially with σ/θ.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3</a:t>
            </a:r>
          </a:p>
        </p:txBody>
      </p:sp>
      <p:pic>
        <p:nvPicPr>
          <p:cNvPr id="3" name="Picture 2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744" y="822960"/>
            <a:ext cx="642020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PI-DC-DVS pipeline: (1) A5 noise model + auxiliary channels; (2) Bayesian inverse solution; (3) probabilistic thinning; (4) calibration including Cal-6 satellite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4</a:t>
            </a:r>
          </a:p>
        </p:txBody>
      </p:sp>
      <p:pic>
        <p:nvPicPr>
          <p:cNvPr id="3" name="Picture 2" descr="fig2_s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774" y="822960"/>
            <a:ext cx="605614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SR curves (A/θ = 0.3). Analytical (solid) + Monte Carlo validation (squares). Covariate adjustment shifts peak rightward.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5</a:t>
            </a:r>
          </a:p>
        </p:txBody>
      </p:sp>
      <p:pic>
        <p:nvPicPr>
          <p:cNvPr id="3" name="Picture 2" descr="fig4_detection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00" y="822960"/>
            <a:ext cx="1061869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(a) Detection probability P_D and (b) false alarm P_FA vs. noise for different ρ (A/θ = 0.4). Higher ρ suppresses effective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6</a:t>
            </a:r>
          </a:p>
        </p:txBody>
      </p:sp>
      <p:pic>
        <p:nvPicPr>
          <p:cNvPr id="3" name="Picture 2" descr="fig5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463" y="822960"/>
            <a:ext cx="445476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ROC curves at σ_n/θ = 1.5. Covariate adjustment (ρ = 0.95) achieves near-ideal signal/noise separation.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7</a:t>
            </a:r>
          </a:p>
        </p:txBody>
      </p:sp>
      <p:pic>
        <p:nvPicPr>
          <p:cNvPr id="3" name="Picture 2" descr="fig4_a5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277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3770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A5-based noise rate simulation. (a) Predicted noise rate [evt/s/pix]; (b) SNR improvement at 90% accuracy; (c) SNR vs. temperature.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8</a:t>
            </a:r>
          </a:p>
        </p:txBody>
      </p:sp>
      <p:pic>
        <p:nvPicPr>
          <p:cNvPr id="3" name="Picture 2" descr="fig3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950" y="822960"/>
            <a:ext cx="55297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Systematic evaluation on the public EBSSA dataset (20 recordings). (a) NRR, (b) SPR, (c) F1, (d) ROC-AUC. Fano filter achieves best overall balance (AUC = 0.866).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9</a:t>
            </a:r>
          </a:p>
        </p:txBody>
      </p:sp>
      <p:pic>
        <p:nvPicPr>
          <p:cNvPr id="3" name="Picture 2" descr="fig7_dvs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00" y="822960"/>
            <a:ext cx="1061869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DVS results in SR framework. (a) ROC-AUC: Fano 0.866 vs temporal 0.534. (b) NRR vs SPR: 71.3% noise removed, 93.9% signal preserved.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10</a:t>
            </a:r>
          </a:p>
        </p:txBody>
      </p:sp>
      <p:pic>
        <p:nvPicPr>
          <p:cNvPr id="3" name="Picture 2" descr="fig6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695" y="822960"/>
            <a:ext cx="634030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Proof-of-concept: (a) raw events; (b) noise rate map; (c) bimodal P_noise; (d) residual after 90.3% noise removal.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11</a:t>
            </a:r>
          </a:p>
        </p:txBody>
      </p:sp>
      <p:pic>
        <p:nvPicPr>
          <p:cNvPr id="3" name="Picture 2" descr="fig7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512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47265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SNR improvement: (a) Fano spatial map (noise F≈1 vs signal F≫1); (b) temporal dynamics; (c) per-pixel SNR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