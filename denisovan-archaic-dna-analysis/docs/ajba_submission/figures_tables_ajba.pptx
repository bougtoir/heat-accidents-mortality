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37" y="777240"/>
            <a:ext cx="10846044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816" y="777240"/>
            <a:ext cx="10107887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192" y="777240"/>
            <a:ext cx="743313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distance correlations across population, sample-size, dataset, zero-distance, and leave-one-continent-out sensitivities.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872" y="777240"/>
            <a:ext cx="1021577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Secondary ABO-centered analysis. Closest-reference counts retain tied maxima. The Pima segment overlaps ABO; the Maya segment is within the wider interval but does not overlap the gene. Counts are segments, not regional frequencies.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816" y="777240"/>
            <a:ext cx="10107887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S2</a:t>
            </a:r>
          </a:p>
        </p:txBody>
      </p:sp>
      <p:pic>
        <p:nvPicPr>
          <p:cNvPr id="3" name="Picture 2" descr="figS2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sizes; QAP results are tabulated in Supplementary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S3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95" y="777240"/>
            <a:ext cx="992112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O2-defining allele frequencies and ABO-window segment-carrier frequencies. The panels use different sources and are not an association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S4</a:t>
            </a:r>
          </a:p>
        </p:txBody>
      </p:sp>
      <p:pic>
        <p:nvPicPr>
          <p:cNvPr id="3" name="Picture 2" descr="fig7_an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523" y="777240"/>
            <a:ext cx="928447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Ancient North Eurasian contextual hypothesis. Dashed arrows represent a testable narrative, not evidence that either observed segment followed the illustrated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S5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860" y="777240"/>
            <a:ext cx="9837799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Dependence-aware geographic-distance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50292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Neanderthal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Denisovan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Populations / unique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66 / 2,145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66 / 2,145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Same pair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Raw sharing-distance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-0.4971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-0.4617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Descriptive pairwise 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Expanded-model partial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-0.3687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-0.3259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Distance after coarse sensitivity covariates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Distance-only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0.2471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0.2131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Descriptive matrix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Expanded descriptive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0.5461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0.5113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Not an independent-pair causal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QAP distance coefficient / 1,000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-0.01892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-0.01918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Expanded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QAP two-sided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9,999 population-label permutations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Population-deletion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-0.02143 to -0.01770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-0.02112 to -0.01775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2.5th-97.5th percentile sensitivity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FDR q&lt;0.10 and positive z&gt;2 outliers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All non-admixed pairs tested within ancestry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R-squared and correlation values are descriptive. QAP tests permute population labels on the response matrix. Population-deletion intervals are sensitivity summaries, not independent-sample confidence intervals.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2.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Segments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Tie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Strict ABO overlap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segments, not individuals. Equal maximum similarity counts are reported as ties. The Indigenous American row contains two segments, only one of which overlaps ABO.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