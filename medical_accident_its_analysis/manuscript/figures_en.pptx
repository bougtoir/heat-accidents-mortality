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litigation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2008–2024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physician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equi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 (90% CIs).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4_counts_vs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as counts (a) and rates (b).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