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1</a:t>
            </a:r>
          </a:p>
        </p:txBody>
      </p:sp>
      <p:pic>
        <p:nvPicPr>
          <p:cNvPr id="4" name="Picture 3" descr="fig1_blood_lo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22960"/>
            <a:ext cx="10362895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350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Distribution of estimated blood loss during cesarean section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2</a:t>
            </a:r>
          </a:p>
        </p:txBody>
      </p:sp>
      <p:pic>
        <p:nvPicPr>
          <p:cNvPr id="4" name="Picture 3" descr="fig2_temporal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22960"/>
            <a:ext cx="10362895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350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Temporal trends in cesarean section outcomes (2014–2024)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3</a:t>
            </a:r>
          </a:p>
        </p:txBody>
      </p:sp>
      <p:pic>
        <p:nvPicPr>
          <p:cNvPr id="4" name="Picture 3" descr="fig3_forest_blood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22960"/>
            <a:ext cx="10362895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350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Forest plot: Factors associated with estimated blood loss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4</a:t>
            </a:r>
          </a:p>
        </p:txBody>
      </p:sp>
      <p:pic>
        <p:nvPicPr>
          <p:cNvPr id="4" name="Picture 3" descr="fig4_forest_trans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22960"/>
            <a:ext cx="10362895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350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Forest plot: Factors associated with transfusion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5</a:t>
            </a:r>
          </a:p>
        </p:txBody>
      </p:sp>
      <p:pic>
        <p:nvPicPr>
          <p:cNvPr id="4" name="Picture 3" descr="fig5_subgroup_viol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22960"/>
            <a:ext cx="10362895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350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Estimated blood loss by clinical subgroups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6</a:t>
            </a:r>
          </a:p>
        </p:txBody>
      </p:sp>
      <p:pic>
        <p:nvPicPr>
          <p:cNvPr id="4" name="Picture 3" descr="fig6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22960"/>
            <a:ext cx="10362895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350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ROC curves for transfusion and massive hemorrhage 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