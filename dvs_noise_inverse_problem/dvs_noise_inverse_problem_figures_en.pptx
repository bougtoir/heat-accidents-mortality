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Fig. 1: DVS × Noise Inverse Problem — Four Research Domains and Unexplored Gaps</a:t>
            </a:r>
          </a:p>
        </p:txBody>
      </p:sp>
      <p:pic>
        <p:nvPicPr>
          <p:cNvPr id="3" name="Picture 2" descr="fig1_gap_map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344" y="914400"/>
            <a:ext cx="4765007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Prior work categorized into four domains (A: DVS noise physical modeling, B: DVS noise filtering, C: DVS astronomical applications, D: Noise inverse problem in non-DVS fields). Four unexplored gaps (g1–g4) identified at domain intersections. g4 represents the most ambitious fully integrated approach.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Fig. 2: g4 Unified Pipeline — LIGO → DVS Transplant Architecture</a:t>
            </a:r>
          </a:p>
        </p:txBody>
      </p:sp>
      <p:pic>
        <p:nvPicPr>
          <p:cNvPr id="3" name="Picture 2" descr="fig2_g4_pipelin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734" y="914400"/>
            <a:ext cx="706222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Five-stage architecture transplanting the LIGO noise reconstruction pipeline (Vajente et al. 2020) to DVS astronomical observation. Inputs: DVS main channel, auxiliary sensors (temperature, vibration, illuminance), and physics-based pixel model (A5). Pipeline: noise forward model → inverse problem solving → residual generation → faint object detection → physical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