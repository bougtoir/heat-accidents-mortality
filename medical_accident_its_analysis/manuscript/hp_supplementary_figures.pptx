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1</a:t>
            </a:r>
          </a:p>
        </p:txBody>
      </p:sp>
      <p:pic>
        <p:nvPicPr>
          <p:cNvPr id="3" name="Picture 2" descr="hp_Supplementary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Closed malpractice claims per 1,000 physicians by specialty, 2008–2024 (rates, not counts).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Supplementary Figure 2</a:t>
            </a:r>
          </a:p>
        </p:txBody>
      </p:sp>
      <p:pic>
        <p:nvPicPr>
          <p:cNvPr id="3" name="Picture 2" descr="hp_Supplementary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713232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Physician workforce by specialty, indexed to 2008 (=100).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