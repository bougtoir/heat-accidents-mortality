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/>
            </a:pPr>
            <a:r>
              <a:t>Fig. 1: DVS × ノイズ逆問題 — 4領域と未開拓ギャップの俯瞰図</a:t>
            </a:r>
          </a:p>
        </p:txBody>
      </p:sp>
      <p:pic>
        <p:nvPicPr>
          <p:cNvPr id="3" name="Picture 2" descr="fig1_gap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8205" y="914400"/>
            <a:ext cx="4755285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555555"/>
                </a:solidFill>
              </a:defRPr>
            </a:pPr>
            <a:r>
              <a:t>先行研究を4領域（A: DVSノイズ物理モデリング、B: DVSノイズフィルタリング、C: DVS天文応用、D: ノイズ逆問題）に分類し、交差領域に4つの未開拓ギャップ（g1–g4）を同定。g4が最も野心的な全統合アプローチ。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/>
            </a:pPr>
            <a:r>
              <a:t>Fig. 2: g4 全統合パイプライン — LIGO → DVS 移植アーキテクチャ</a:t>
            </a:r>
          </a:p>
        </p:txBody>
      </p:sp>
      <p:pic>
        <p:nvPicPr>
          <p:cNvPr id="3" name="Picture 2" descr="fig2_g4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4734" y="914400"/>
            <a:ext cx="7062226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555555"/>
                </a:solidFill>
              </a:defRPr>
            </a:pPr>
            <a:r>
              <a:t>LIGOのノイズ再構成パイプライン（Vajente et al. 2020）をDVS天文観測に移植する5段階アーキテクチャ。DVS主チャンネル・補助センサー・物理モデル（A5）を入力とし、ノイズ逆問題求解→残差生成→微弱天体検出→物理的検証の一貫パイプライン。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