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1: IONV Rates — Broad vs Narrow Antiemetic Definition</a:t>
            </a:r>
          </a:p>
        </p:txBody>
      </p:sp>
      <p:pic>
        <p:nvPicPr>
          <p:cNvPr id="3" name="Picture 2" descr="fig1_rat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2: Logistic Regression — 5-HT3 Antagonist Use (Narrow Definition)</a:t>
            </a:r>
          </a:p>
        </p:txBody>
      </p:sp>
      <p:pic>
        <p:nvPicPr>
          <p:cNvPr id="3" name="Picture 2" descr="fig2_forest_E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3: Covariate Sensitivity Analysis (5-HT3 Antagonist)</a:t>
            </a:r>
          </a:p>
        </p:txBody>
      </p:sp>
      <p:pic>
        <p:nvPicPr>
          <p:cNvPr id="3" name="Picture 2" descr="fig3_covariat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/>
            </a:pPr>
            <a:r>
              <a:t>Fig. 4: Twin Effect — Broad vs Narrow Antiemetic Definition</a:t>
            </a:r>
          </a:p>
        </p:txBody>
      </p:sp>
      <p:pic>
        <p:nvPicPr>
          <p:cNvPr id="3" name="Picture 2" descr="fig4_protocol_vs_de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09728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