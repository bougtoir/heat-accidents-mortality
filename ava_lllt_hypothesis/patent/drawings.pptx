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1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2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3_c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4_pul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5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6_sta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09728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