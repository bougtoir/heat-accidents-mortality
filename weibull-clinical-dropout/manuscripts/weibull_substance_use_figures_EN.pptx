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Substance Use: Retention &amp; Hazard Functions</a:t>
            </a:r>
          </a:p>
        </p:txBody>
      </p:sp>
      <p:pic>
        <p:nvPicPr>
          <p:cNvPr id="3" name="Picture 2" descr="fig5_substance_use_disorder_treatment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Retention curves with Weibull fits and hazard functions for Substance Use datasets.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Substance Use: Weibull Probability Plot</a:t>
            </a:r>
          </a:p>
        </p:txBody>
      </p:sp>
      <p:pic>
        <p:nvPicPr>
          <p:cNvPr id="3" name="Picture 2" descr="fig6_substance_use_disorder_treatment_dropout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assessment for Substance Use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