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200">
                <a:latin typeface="Arial"/>
              </a:rPr>
              <a:t>Figure 1. Geographic distribution of anaesthesia standardised claim ratios across 335 secondary medical areas of Japan, fiscal year 2022.</a:t>
            </a:r>
          </a:p>
        </p:txBody>
      </p:sp>
      <p:pic>
        <p:nvPicPr>
          <p:cNvPr id="3" name="Picture 2" descr="rapm_fig1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914400"/>
            <a:ext cx="8869680" cy="4902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852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Arial"/>
              </a:rPr>
              <a:t>(A) General anaesthesia (L008). (B) Spinal anaesthesia (L004). Choropleth maps shaded by quintile of the standardised claim ratio (national average = 100). Areas masked by the data provider owing to low volume are shown in grey.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200">
                <a:latin typeface="Arial"/>
              </a:rPr>
              <a:t>Figure 2. University hospital presence and the standardised claim ratio for general anaesthesia.</a:t>
            </a:r>
          </a:p>
        </p:txBody>
      </p:sp>
      <p:pic>
        <p:nvPicPr>
          <p:cNvPr id="3" name="Picture 2" descr="rapm_fig2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914400"/>
            <a:ext cx="8869680" cy="46599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852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Arial"/>
              </a:rPr>
              <a:t>(A) Distribution of secondary medical areas containing at least one university hospital (n = 64 of 335). (B) Within-prefecture comparison of mean general anaesthesia ratios between university and non-university areas across all 47 prefectures. The university effect is positive in all 47 of 47 prefectures (mean within-prefecture difference +63.3 points, paired t = 13.28, P &lt; 0.001).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