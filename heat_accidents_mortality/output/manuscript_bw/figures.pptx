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°C anomaly: an acute same-day excess followed by a 1-3 day deficit consistent with short-term displacement (harvesting) rather than a net addition of deaths.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road-user type. Open-air users (motorcyclists, pedestrians, cyclists) show much larger heat effects than enclosed, often air-conditioned, vehicle occupants—a gradient that tracks direct heat exposure rather than driving volume.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hour of day. The excess is largest for crashes in the hottest part of the day (12-17 h) and weakest in the cool morning (06-11 h).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°C, holding driving activity and baseline rates constant. Bars show the point estimate with 95% Monte Carlo confidence intervals; this is a scenario projection, not an observed quantity.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°C anomaly, United States versus Japan. The US shows a precise acute effect; the Japanese estimate is underpowered.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