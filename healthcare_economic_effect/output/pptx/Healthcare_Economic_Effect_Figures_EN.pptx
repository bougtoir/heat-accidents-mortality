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Healthcare I-O Multipliers by Country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 sector input-output multipliers. Japan leads at 2.78x. Sources: Yamada &amp; Imanaka 2015, Gutierrez-Hernandez 2021,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Three-Layer Tempo Analogy: Population -&gt; GDP -&gt; Healthcare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The Bongaarts-Feeney tempo framework ported across three domains. Healthcare shows the largest tempo drift (+0.15 yr/yr vs GDP +0.04).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Dual-Return Framework for Neutral Sustainability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 spending generates returns through two channels: demand-side (I-O multiplier) and supply-side (health-capital tempo effect).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Fiscal Return Ratio of Healthcare Spending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Fiscal Return Ratio = (Effective tax rate x I-O multiplier) / Public share. Values &gt;= 1.0 indicate fiscal self-sustainability.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Healthcare Spending (% GDP) vs Life Expectancy (OECD, 2019)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X-axis: CHE as % of GDP. Y-axis: Life expectancy at birth (years). Linear fit excludes US (outlier shown in red).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