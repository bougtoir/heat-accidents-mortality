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Figure 1</a:t>
            </a:r>
          </a:p>
        </p:txBody>
      </p:sp>
      <p:pic>
        <p:nvPicPr>
          <p:cNvPr id="3" name="Picture 2" descr="fig1_neuropathic_unadjuste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Outpatient neuropathic pain drug prescribing per surgery by prefecture (unadjusted). Tohoku prefectures (red bars) cluster at the high end. Dashed line = national mean.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Figure 2</a:t>
            </a:r>
          </a:p>
        </p:txBody>
      </p:sp>
      <p:pic>
        <p:nvPicPr>
          <p:cNvPr id="3" name="Picture 2" descr="fig2_confounder_correlation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Correlation between outpatient neuropathic pain drug prescribing and confounder disease proxies. Diabetes drugs show the strongest correlation (r = 0.87).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Figure 3</a:t>
            </a:r>
          </a:p>
        </p:txBody>
      </p:sp>
      <p:pic>
        <p:nvPicPr>
          <p:cNvPr id="3" name="Picture 2" descr="fig3_adjusted_cpsp_index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Confounder-adjusted CPSP index by prefecture. Residuals from regressing neuropathic pain prescribing on four confounder proxies. Tohoku prefectures (red borders) are dispersed after adjustment.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Figure 4</a:t>
            </a:r>
          </a:p>
        </p:txBody>
      </p:sp>
      <p:pic>
        <p:nvPicPr>
          <p:cNvPr id="3" name="Picture 2" descr="fig4_region_unadj_vs_adj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Regional comparison of neuropathic pain prescribing: (a) unadjusted and (b) after confounder adjustment. Tohoku shifts from highest to mid-range after adjustment.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Figure 5</a:t>
            </a:r>
          </a:p>
        </p:txBody>
      </p:sp>
      <p:pic>
        <p:nvPicPr>
          <p:cNvPr id="3" name="Picture 2" descr="fig5_phase1_vs_phase2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Integration of Phase 1 (acute) and Phase 2 (chronic CPSP proxy). (a) Unadjusted: r = 0.38, P = 0.008. (b) Confounder-adjusted: r = 0.29, P = 0.052.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latin typeface="Arial"/>
              </a:defRPr>
            </a:pPr>
            <a:r>
              <a:t>Supplementary Figure 1</a:t>
            </a:r>
          </a:p>
        </p:txBody>
      </p:sp>
      <p:pic>
        <p:nvPicPr>
          <p:cNvPr id="3" name="Picture 2" descr="sfig1_heatma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0972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latin typeface="Arial"/>
              </a:defRPr>
            </a:pPr>
            <a:r>
              <a:t>Z-score heatmap of all indices by prefecture. Red = above average; blue = below average. Tohoku prefectures marked with red vertical 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