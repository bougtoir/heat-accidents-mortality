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Figure 1</a:t>
            </a:r>
          </a:p>
        </p:txBody>
      </p:sp>
      <p:pic>
        <p:nvPicPr>
          <p:cNvPr id="3" name="Picture 2" descr="fig1_neuropathic_unadjusted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14400"/>
            <a:ext cx="10515600" cy="45589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05050"/>
                </a:solidFill>
              </a:rPr>
              <a:t>Outpatient neuropathic pain drug prescribing per surgery by prefecture (unadjusted). Tohoku prefectures (red) cluster at the high end. Dashed line = national mean.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Figure 2</a:t>
            </a:r>
          </a:p>
        </p:txBody>
      </p:sp>
      <p:pic>
        <p:nvPicPr>
          <p:cNvPr id="3" name="Picture 2" descr="fig2_confounder_correlation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358" y="914400"/>
            <a:ext cx="559097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05050"/>
                </a:solidFill>
              </a:rPr>
              <a:t>Correlation between neuropathic pain prescribing and confounder disease proxies. Each dot represents one prefecture. Tohoku prefectures have red borders. Diabetes drugs show the strongest correlation (r=0·87).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Figure 3</a:t>
            </a:r>
          </a:p>
        </p:txBody>
      </p:sp>
      <p:pic>
        <p:nvPicPr>
          <p:cNvPr id="3" name="Picture 2" descr="fig4_region_unadj_vs_adj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14400"/>
            <a:ext cx="10515600" cy="45633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05050"/>
                </a:solidFill>
              </a:rPr>
              <a:t>Regional comparison of neuropathic pain prescribing: (a) unadjusted and (b) after confounder adjustment. Tohoku (red) shifts from the highest region to mid-range after adjustment. Error bars = SD.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