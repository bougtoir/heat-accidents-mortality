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/>
            </a:pPr>
            <a:r>
              <a:t>Figure 1: Covariate-adjusted SR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/>
            </a:pPr>
            <a:r>
              <a:t>(a) Threshold detector</a:t>
            </a:r>
          </a:p>
        </p:txBody>
      </p:sp>
      <p:pic>
        <p:nvPicPr>
          <p:cNvPr id="4" name="Picture 3" descr="fig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474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7490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/>
            </a:pPr>
            <a:r>
              <a:t>Signal s(t) + noise n(t)</a:t>
            </a:r>
            <a:br/>
            <a:r>
              <a:t>→ threshold θ → events E(t)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594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/>
            </a:pPr>
            <a:r>
              <a:t>(b) Stochastic resonance</a:t>
            </a:r>
          </a:p>
        </p:txBody>
      </p:sp>
      <p:pic>
        <p:nvPicPr>
          <p:cNvPr id="7" name="Picture 6" descr="fig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914400"/>
            <a:ext cx="347472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60520" y="37490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/>
            </a:pPr>
            <a:r>
              <a:t>Event-rate modulation peaks</a:t>
            </a:r>
            <a:br/>
            <a:r>
              <a:t>at intermediate noise (σ ≈ 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594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/>
            </a:pPr>
            <a:r>
              <a:t>(c) Covariate adjustment</a:t>
            </a:r>
          </a:p>
        </p:txBody>
      </p:sp>
      <p:pic>
        <p:nvPicPr>
          <p:cNvPr id="10" name="Picture 9" descr="fig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914400"/>
            <a:ext cx="347472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0" y="37490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/>
            </a:pPr>
            <a:r>
              <a:t>Adjustment narrows noise pdf,</a:t>
            </a:r>
            <a:br/>
            <a:r>
              <a:t>shifts operating point on SR curve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86200" y="2148840"/>
            <a:ext cx="228600" cy="274320"/>
          </a:xfrm>
          <a:prstGeom prst="rightArrow">
            <a:avLst/>
          </a:prstGeom>
          <a:solidFill>
            <a:srgbClr val="666666"/>
          </a:solidFill>
          <a:ln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2148840"/>
            <a:ext cx="228600" cy="274320"/>
          </a:xfrm>
          <a:prstGeom prst="rightArrow">
            <a:avLst/>
          </a:prstGeom>
          <a:solidFill>
            <a:srgbClr val="666666"/>
          </a:solidFill>
          <a:ln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572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/>
            </a:pPr>
            <a:r>
              <a:t>FIG. 1. Conceptual schematic of covariate-adjusted SR. (a) Threshold detector: subthreshold signal + noise → events. (b) SR: event-rate modulation peaks at σ ≈ θ. (c) Covariate adjustment with correlation ρ narrows the residual, equivalent to leftward shift on the SR curve.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2</a:t>
            </a:r>
          </a:p>
        </p:txBody>
      </p:sp>
      <p:pic>
        <p:nvPicPr>
          <p:cNvPr id="3" name="Picture 2" descr="fig2_s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42" y="822960"/>
            <a:ext cx="605481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SR curves for a threshold detector (A/θ = 0.3). Solid: analytical SNR. Circles: Monte Carlo (15 trials). Covariate adjustment shifts the peak rightward.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3</a:t>
            </a:r>
          </a:p>
        </p:txBody>
      </p:sp>
      <p:pic>
        <p:nvPicPr>
          <p:cNvPr id="3" name="Picture 2" descr="fig3_optimal_r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9" y="822960"/>
            <a:ext cx="1069937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Optimal model accuracy ρ* and SNR improvement. (a) ρ* = 0 in the SR regime (σ &lt; θ); rises steeply for σ &gt; θ. (b) SNR gain at optimal ρ* grows exponentially with input noise.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4</a:t>
            </a:r>
          </a:p>
        </p:txBody>
      </p:sp>
      <p:pic>
        <p:nvPicPr>
          <p:cNvPr id="3" name="Picture 2" descr="fig4_detection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90" y="822960"/>
            <a:ext cx="10629114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P_D and P_FA vs. input noise for different ρ (A/θ = 0.4). Higher ρ suppresses both by reducing effective noise.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5</a:t>
            </a:r>
          </a:p>
        </p:txBody>
      </p:sp>
      <p:pic>
        <p:nvPicPr>
          <p:cNvPr id="3" name="Picture 2" descr="fig5_ro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509" y="822960"/>
            <a:ext cx="445867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ROC curves at σ/θ = 1.5 (excess noise regime, A/θ = 0.4). Higher ρ improves discrimination.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6</a:t>
            </a:r>
          </a:p>
        </p:txBody>
      </p:sp>
      <p:pic>
        <p:nvPicPr>
          <p:cNvPr id="3" name="Picture 2" descr="fig6_mutual_info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318" y="822960"/>
            <a:ext cx="658905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Mutual information I(S; E) vs. input noise. SR peak shifts rightward with covariate adjustment (ρ = 0.8).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7</a:t>
            </a:r>
          </a:p>
        </p:txBody>
      </p:sp>
      <p:pic>
        <p:nvPicPr>
          <p:cNvPr id="3" name="Picture 2" descr="fig7_dvs_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047" y="822960"/>
            <a:ext cx="1063360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DVS astronomical observation (EBSSA, 20 recordings). (a) ROC-AUC: Fano filter 0.866 vs temporal 0.534. (b) NRR-SPR: 71.3% noise removed, 93.9% signal preserved.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