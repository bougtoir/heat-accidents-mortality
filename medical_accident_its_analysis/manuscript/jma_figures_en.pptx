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1</a:t>
            </a:r>
          </a:p>
        </p:txBody>
      </p:sp>
      <p:pic>
        <p:nvPicPr>
          <p:cNvPr id="4" name="Picture 3" descr="fig4_acciden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0866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Trends in medical safety incident counts by specialty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2</a:t>
            </a:r>
          </a:p>
        </p:txBody>
      </p:sp>
      <p:pic>
        <p:nvPicPr>
          <p:cNvPr id="4" name="Picture 3" descr="fig2_irf_physici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8545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IRF: physician count response to litigation shock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3</a:t>
            </a:r>
          </a:p>
        </p:txBody>
      </p:sp>
      <p:pic>
        <p:nvPicPr>
          <p:cNvPr id="4" name="Picture 3" descr="sfig1_irf_fac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8545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IRF: facility count response to litigation shock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4</a:t>
            </a:r>
          </a:p>
        </p:txBody>
      </p:sp>
      <p:pic>
        <p:nvPicPr>
          <p:cNvPr id="4" name="Picture 3" descr="fig3_var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851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VAR-based workforce forecasts (2024-2033)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