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morphology_vs_int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1315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Archaic introgression by language morphological type (Kruskal-Wallis test).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nean_deni_scatter_morph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82061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Bivariate scatter: Neanderthal x Denisovan sharing colored by morphological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tone_vs_int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968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Archaic introgression in tonal vs. non-tonal languages (Mann-Whitney U test).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language_family_int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2727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Archaic introgression by language family (mean +/- SD).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world_map_ty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55188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Global distribution: language typology x archaic introgression (marker size = Neanderthal).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