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/>
              <a:t>Figure 1. Natural Experiment: Academic Calendar vs Biological Seasonality</a:t>
            </a:r>
          </a:p>
        </p:txBody>
      </p:sp>
      <p:pic>
        <p:nvPicPr>
          <p:cNvPr id="3" name="Picture 2" descr="natural_experiment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731520"/>
            <a:ext cx="11430000" cy="9855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62179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Geographic variation in academic year start months used as natural experiment. Japan/Korea (Mar/Apr, n=250): significant March peak (p=0.0006). USA/EU/CN (Sep/Oct, n=2,825): no significant seasonality. Sensitivity: removing Japan eliminates March peak from full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