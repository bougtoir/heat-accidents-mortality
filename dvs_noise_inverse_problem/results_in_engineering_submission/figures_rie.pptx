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/>
            </a:pPr>
            <a:r>
              <a:t>Figure 1</a:t>
            </a:r>
          </a:p>
        </p:txBody>
      </p:sp>
      <p:pic>
        <p:nvPicPr>
          <p:cNvPr id="3" name="Picture 2" descr="fig1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822960"/>
            <a:ext cx="10972800" cy="3199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159294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/>
            </a:pPr>
            <a:r>
              <a:t>Conceptual schematic of covariate-adjusted stochastic resonance. (a) Threshold detector: subthreshold signal + noise triggers events. (b) SR: event-rate modulation peaks at intermediate noise. (c) Covariate adjustment narrows residual, shifting the SR operating point.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/>
            </a:pPr>
            <a:r>
              <a:t>Figure 2</a:t>
            </a:r>
          </a:p>
        </p:txBody>
      </p:sp>
      <p:pic>
        <p:nvPicPr>
          <p:cNvPr id="3" name="Picture 2" descr="fig3_optimal_r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59" y="822960"/>
            <a:ext cx="1069937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5321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/>
            </a:pPr>
            <a:r>
              <a:t>Optimal noise model accuracy. (a) ρ* vs. input noise: 0 in SR regime, √(1 − θ²/σ²) in excess-noise regime. (b) SNR gain at ρ* grows exponentially with σ/θ.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/>
            </a:pPr>
            <a:r>
              <a:t>Figure 3</a:t>
            </a:r>
          </a:p>
        </p:txBody>
      </p:sp>
      <p:pic>
        <p:nvPicPr>
          <p:cNvPr id="3" name="Picture 2" descr="fig2_g3_pipeline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5744" y="822960"/>
            <a:ext cx="642020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5321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/>
            </a:pPr>
            <a:r>
              <a:t>PI-DC-DVS pipeline: (1) A5 noise model + auxiliary channels; (2) Bayesian inverse solution; (3) probabilistic thinning; (4) calibration including Cal-6 satellite trails.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/>
            </a:pPr>
            <a:r>
              <a:t>Figure 4</a:t>
            </a:r>
          </a:p>
        </p:txBody>
      </p:sp>
      <p:pic>
        <p:nvPicPr>
          <p:cNvPr id="3" name="Picture 2" descr="fig2_s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442" y="822960"/>
            <a:ext cx="605481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5321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/>
            </a:pPr>
            <a:r>
              <a:t>SR curves (A/θ = 0.3). Analytical (solid) + Monte Carlo validation (squares). Covariate adjustment shifts peak rightward.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/>
            </a:pPr>
            <a:r>
              <a:t>Figure 5</a:t>
            </a:r>
          </a:p>
        </p:txBody>
      </p:sp>
      <p:pic>
        <p:nvPicPr>
          <p:cNvPr id="3" name="Picture 2" descr="fig4_detection_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290" y="822960"/>
            <a:ext cx="10629114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5321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/>
            </a:pPr>
            <a:r>
              <a:t>(a) Detection probability P_D and (b) false alarm P_FA vs. noise for different ρ (A/θ = 0.4). Higher ρ suppresses effective noise.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/>
            </a:pPr>
            <a:r>
              <a:t>Figure 6</a:t>
            </a:r>
          </a:p>
        </p:txBody>
      </p:sp>
      <p:pic>
        <p:nvPicPr>
          <p:cNvPr id="3" name="Picture 2" descr="fig5_ro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6509" y="822960"/>
            <a:ext cx="445867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5321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/>
            </a:pPr>
            <a:r>
              <a:t>ROC curves at σ_n/θ = 1.5. Covariate adjustment (ρ = 0.95) achieves near-ideal signal/noise separation.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/>
            </a:pPr>
            <a:r>
              <a:t>Figure 7</a:t>
            </a:r>
          </a:p>
        </p:txBody>
      </p:sp>
      <p:pic>
        <p:nvPicPr>
          <p:cNvPr id="3" name="Picture 2" descr="fig6_a5_sim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822960"/>
            <a:ext cx="10972800" cy="327758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37709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/>
            </a:pPr>
            <a:r>
              <a:t>A5-based noise rate simulation. (a) Predicted noise rate [evt/s/pix]; (b) SNR improvement at 90% accuracy; (c) SNR vs. temperature.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/>
            </a:pPr>
            <a:r>
              <a:t>Figure 8</a:t>
            </a:r>
          </a:p>
        </p:txBody>
      </p:sp>
      <p:pic>
        <p:nvPicPr>
          <p:cNvPr id="3" name="Picture 2" descr="fig5_systematic_evalu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0950" y="822960"/>
            <a:ext cx="552979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5321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/>
            </a:pPr>
            <a:r>
              <a:t>Systematic evaluation on the public EBSSA dataset (20 recordings). (a) NRR, (b) SPR, (c) F1, (d) ROC-AUC. Fano filter achieves best overall balance (AUC = 0.866).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/>
            </a:pPr>
            <a:r>
              <a:t>Figure 9</a:t>
            </a:r>
          </a:p>
        </p:txBody>
      </p:sp>
      <p:pic>
        <p:nvPicPr>
          <p:cNvPr id="3" name="Picture 2" descr="fig7_dvs_appl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047" y="822960"/>
            <a:ext cx="10633601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5321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/>
            </a:pPr>
            <a:r>
              <a:t>DVS results in SR framework. (a) ROC-AUC: Fano 0.866 vs temporal 0.534. (b) NRR vs SPR: 71.3% noise removed, 93.9% signal preserved.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/>
            </a:pPr>
            <a:r>
              <a:t>Figure 10</a:t>
            </a:r>
          </a:p>
        </p:txBody>
      </p:sp>
      <p:pic>
        <p:nvPicPr>
          <p:cNvPr id="3" name="Picture 2" descr="fig3_noise_inverse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4458" y="822960"/>
            <a:ext cx="6342779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5321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/>
            </a:pPr>
            <a:r>
              <a:t>Proof-of-concept: (a) raw events; (b) noise rate map; (c) bimodal P_noise; (d) residual after 90.3% noise removal.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/>
            </a:pPr>
            <a:r>
              <a:t>Figure 11</a:t>
            </a:r>
          </a:p>
        </p:txBody>
      </p:sp>
      <p:pic>
        <p:nvPicPr>
          <p:cNvPr id="3" name="Picture 2" descr="fig4_sn_improv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822960"/>
            <a:ext cx="10972800" cy="35057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465895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/>
            </a:pPr>
            <a:r>
              <a:t>SNR improvement: (a) Fano spatial map (noise F≈1 vs signal F≫1); (b) temporal dynamics; (c) per-pixel SNR distribution.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