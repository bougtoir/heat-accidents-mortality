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1</a:t>
            </a:r>
          </a:p>
        </p:txBody>
      </p:sp>
      <p:pic>
        <p:nvPicPr>
          <p:cNvPr id="3" name="Picture 2" descr="trd_fig1_cross_domain_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00584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/>
            </a:pPr>
            <a:r>
              <a:t>Cross-domain comparison of Weibull shape parameters (k)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2</a:t>
            </a:r>
          </a:p>
        </p:txBody>
      </p:sp>
      <p:pic>
        <p:nvPicPr>
          <p:cNvPr id="3" name="Picture 2" descr="trd_fig2_tb_haz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00584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/>
            </a:pPr>
            <a:r>
              <a:t>TB treatment retention curves and hazard functions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3</a:t>
            </a:r>
          </a:p>
        </p:txBody>
      </p:sp>
      <p:pic>
        <p:nvPicPr>
          <p:cNvPr id="3" name="Picture 2" descr="trd_fig3_ifr_vs_df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00584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/>
            </a:pPr>
            <a:r>
              <a:t>Hazard function comparison: TB (IFR) vs open-ended treatments (DFR)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