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図1. 疾患分類学的相対性フレームワーク</a:t>
            </a:r>
          </a:p>
        </p:txBody>
      </p:sp>
      <p:pic>
        <p:nvPicPr>
          <p:cNvPr id="3" name="Picture 2" descr="figure1_framework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48495" cy="6643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疾患分類学的カテゴリはループメカニズムを通じて3つのレベルで診療を形成する。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図2. 疾患分類学的ループメカニズム</a:t>
            </a:r>
          </a:p>
        </p:txBody>
      </p:sp>
      <p:pic>
        <p:nvPicPr>
          <p:cNvPr id="3" name="Picture 2" descr="figure2_looping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48495" cy="4813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/>
            </a:pPr>
            <a:r>
              <a:t>分類→実践→体験→データ→分類の4段階サイクル。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