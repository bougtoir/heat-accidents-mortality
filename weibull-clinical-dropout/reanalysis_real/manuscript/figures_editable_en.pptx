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Figure 1. Weibull fits to digitized treatment-dropout curves (TB and HIV cohorts)</a:t>
            </a:r>
          </a:p>
        </p:txBody>
      </p:sp>
      <p:pic>
        <p:nvPicPr>
          <p:cNvPr id="3" name="Picture 2" descr="weibull_real_f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914400"/>
            <a:ext cx="415747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379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Hazard shape (k) is heterogeneous within TB and within HIV alike (both IFR and DFR appear in each). Values: results/weibull_fits.csv.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