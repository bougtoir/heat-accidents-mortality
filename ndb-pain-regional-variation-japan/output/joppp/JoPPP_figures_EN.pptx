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fig1_neuropathic_unadjuste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Outpatient neuropathic pain drug prescribing per surgery by prefecture (unadjusted). Tohoku prefectures (red bars) cluster at the high end. Dashed line = national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fig2_confounder_correlation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Correlation between outpatient neuropathic pain drug prescribing and confounder disease proxies. Each dot represents one prefecture. Tohoku prefectures are marked with red borders. Diabetes drugs show the strongest correlation (r = 0.87).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fig4_region_unadj_vs_adj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Regional comparison of neuropathic pain prescribing: (a) unadjusted and (b) after confounder adjustment. Tohoku (red) shifts from the highest region to mid-range after adjustment. Error bars = SD.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