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公約宣言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選挙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（加重投票）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任期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（中間評価: O/P/E）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信任係数更新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次回選挙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説明責任得点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フェーズ4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実現度評価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公約ごと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図1. TASUKI 概念的概要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統合的知識に基づく信頼調整型評価システム（襟）— 6フェーズサイクル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次の
サイクル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主要数式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説明責任得点:  Sᶜ = Σ wⱼ · fⱼ  (Σwⱼ =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信任係数:  τᶜ⁽ᵗ⁺¹⁾ = ω(Sᶜ⁽ᵗ⁾) 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有効得票数:  V_eff(c) = τᶜ · nᶜ  (候補者cの生票数)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図1. TASUKIメカニズムの概念的概要。各選挙サイクルの6フェーズを示す：公約宣言、選挙、任期、実現度評価、説明責任得点算出、信任係数更新。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図2. 影響関数族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図2. (a) 説明責任得点Sから信任係数τへの異なる影響関数仕様。(b) 凹関数仕様における[τ_min, τ_max]範囲に対するパラメータ感度。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図3. ベースラインシミュレーション結果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図3. (a) 平均説明責任得点の推移。(b) 候補者タイプの進化動態。(c) 信任係数分布のシフト。(d) システム間の有権者厚生比較。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図4. 敵対的ロバスト性分析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図4. (a) 戦略タイプと影響関数別の攻略可能性指標。(b) 敵対的戦略探索の遺伝的アルゴリズム収束。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図5. 感度分析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図5. (a) τ_minとτ_maxの関数としての均衡説明責任得点のヒートマップ。(b) 候補者プールサイズ別のスケーラビリティ分析。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伝統的
民主主義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急進的
改革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説明責任
重視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メカニズム
デザイン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標準選挙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回顧的投票
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モデル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加重投票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TASUKI
(本論文)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図6. TASUKIの理論的位置づけ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一人一票からの乖離度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回顧的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展望的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図6. 既存の選挙制度改革提案に対するTASUKIの位置づけ。横軸：OPOVからの乖離度。縦軸：時間的指向（回顧的〜展望的）。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