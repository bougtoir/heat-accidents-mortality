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1: Three Approaches to Causal Inference</a:t>
            </a:r>
          </a:p>
        </p:txBody>
      </p:sp>
      <p:pic>
        <p:nvPicPr>
          <p:cNvPr id="3" name="Picture 2" descr="fig1_three_approa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Three complementary approaches to causal inference: (1) structural equation models and DAG-based methods (e.g., LiNGAM), (2) spectral graph methods via the magnetic Laplacian, and (3) Hodge-theoretic flow decomposition. Spectral causality unifies (2) and (3).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2: Magnetic Laplacian Eigenvectors in Complex Plane</a:t>
            </a:r>
          </a:p>
        </p:txBody>
      </p:sp>
      <p:pic>
        <p:nvPicPr>
          <p:cNvPr id="3" name="Picture 2" descr="fig2_magnetic_laplacian_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Fiedler eigenvector of the magnetic Laplacian plotted in the complex plane for q=0, 0.1, and 0.25. At q=0, all points lie on the real axis. As q increases, variables spread into the complex plane, with phase angle ordering reflecting causal flow direction.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3: Hodge Decomposition Results</a:t>
            </a:r>
          </a:p>
        </p:txBody>
      </p:sp>
      <p:pic>
        <p:nvPicPr>
          <p:cNvPr id="3" name="Picture 2" descr="fig3_hodge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Hodge decomposition results. (A) 85.9% of flow energy is in the gradient (DAG) component; 14.1% is in the curl (feedback) component. (B) Causal potential phi: Age is most upstream; ST Depression is most downstream.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/>
            </a:pPr>
            <a:r>
              <a:t>Figure 4: Alpha-Sweep Phase Transition Analysis</a:t>
            </a:r>
          </a:p>
        </p:txBody>
      </p:sp>
      <p:pic>
        <p:nvPicPr>
          <p:cNvPr id="3" name="Picture 2" descr="fig8_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48495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/>
            </a:pPr>
            <a:r>
              <a:t>Alpha-sweep analysis with DPI. (A) r_gradient increases smoothly from 0.581 (alpha=0) to 0.859 (alpha=1). (B) Number of detected edges and LiNGAM agreement rate. (C) Asymmetric norm. (D) Phase diagram.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