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1 — Gap Map</a:t>
            </a:r>
          </a:p>
        </p:txBody>
      </p:sp>
      <p:pic>
        <p:nvPicPr>
          <p:cNvPr id="3" name="Picture 2" descr="fig2_gap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394" y="822960"/>
            <a:ext cx="478890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Gap map showing the four surveyed domains and identified research gaps.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2 — PI-DC-DVS Pipeline</a:t>
            </a:r>
          </a:p>
        </p:txBody>
      </p:sp>
      <p:pic>
        <p:nvPicPr>
          <p:cNvPr id="3" name="Picture 2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34" y="822960"/>
            <a:ext cx="70622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System architecture: noise forward model → Bayesian inverse → residual →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3 — Systematic Evaluation</a:t>
            </a:r>
          </a:p>
        </p:txBody>
      </p:sp>
      <p:pic>
        <p:nvPicPr>
          <p:cNvPr id="3" name="Picture 2" descr="fig3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460" y="822960"/>
            <a:ext cx="608277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Boxplot comparison (NRR, SPR, F1, AUC) of three methods on 20 EBSSA recordings.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4 — Per-Recording Comparison</a:t>
            </a:r>
          </a:p>
        </p:txBody>
      </p:sp>
      <p:pic>
        <p:nvPicPr>
          <p:cNvPr id="3" name="Picture 2" descr="fig5_per_reco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822960"/>
            <a:ext cx="10058400" cy="4144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Per-recording noise removal rate for Fano filter, PI-DC-DVS NN, and temporal filter.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5 — A5 Model Simulation</a:t>
            </a:r>
          </a:p>
        </p:txBody>
      </p:sp>
      <p:pic>
        <p:nvPicPr>
          <p:cNvPr id="3" name="Picture 2" descr="fig4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822960"/>
            <a:ext cx="10058400" cy="30044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Noise rate and SNR improvement across temperature–illuminance parameter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6 — Noise Inverse Demo</a:t>
            </a:r>
          </a:p>
        </p:txBody>
      </p:sp>
      <p:pic>
        <p:nvPicPr>
          <p:cNvPr id="3" name="Picture 2" descr="fig6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679" y="822960"/>
            <a:ext cx="697433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Raw events → noise map → P_noise distribution → residual with satellite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Fig. 7 — S/N Improvement</a:t>
            </a:r>
          </a:p>
        </p:txBody>
      </p:sp>
      <p:pic>
        <p:nvPicPr>
          <p:cNvPr id="3" name="Picture 2" descr="fig7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822960"/>
            <a:ext cx="10058400" cy="3219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Fano factor map, temporal dynamics, and per-pixel SNR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