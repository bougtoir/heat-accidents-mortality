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2772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b="1"/>
            </a:pPr>
            <a:r>
              <a:t>Figure 1</a:t>
            </a:r>
          </a:p>
        </p:txBody>
      </p:sp>
      <p:pic>
        <p:nvPicPr>
          <p:cNvPr id="4" name="Picture 3" descr="fig1_blood_loss_dis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822960"/>
            <a:ext cx="10362895" cy="5029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6035040"/>
            <a:ext cx="112772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i="1"/>
            </a:pPr>
            <a:r>
              <a:t>Distribution of estimated blood loss during cesarean section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2772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b="1"/>
            </a:pPr>
            <a:r>
              <a:t>Figure 2</a:t>
            </a:r>
          </a:p>
        </p:txBody>
      </p:sp>
      <p:pic>
        <p:nvPicPr>
          <p:cNvPr id="4" name="Picture 3" descr="fig2_temporal_trend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822960"/>
            <a:ext cx="10362895" cy="5029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6035040"/>
            <a:ext cx="112772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i="1"/>
            </a:pPr>
            <a:r>
              <a:t>Temporal trends in cesarean section outcomes (2014–2024)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2772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b="1"/>
            </a:pPr>
            <a:r>
              <a:t>Figure 3</a:t>
            </a:r>
          </a:p>
        </p:txBody>
      </p:sp>
      <p:pic>
        <p:nvPicPr>
          <p:cNvPr id="4" name="Picture 3" descr="fig3_forest_blood_lo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822960"/>
            <a:ext cx="10362895" cy="5029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6035040"/>
            <a:ext cx="112772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i="1"/>
            </a:pPr>
            <a:r>
              <a:t>Forest plot: Factors associated with estimated blood loss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2772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b="1"/>
            </a:pPr>
            <a:r>
              <a:t>Figure 4</a:t>
            </a:r>
          </a:p>
        </p:txBody>
      </p:sp>
      <p:pic>
        <p:nvPicPr>
          <p:cNvPr id="4" name="Picture 3" descr="fig4_forest_transfu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822960"/>
            <a:ext cx="10362895" cy="5029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6035040"/>
            <a:ext cx="112772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i="1"/>
            </a:pPr>
            <a:r>
              <a:t>Forest plot: Factors associated with transfusion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2772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b="1"/>
            </a:pPr>
            <a:r>
              <a:t>Figure 5</a:t>
            </a:r>
          </a:p>
        </p:txBody>
      </p:sp>
      <p:pic>
        <p:nvPicPr>
          <p:cNvPr id="4" name="Picture 3" descr="fig5_subgroup_violi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822960"/>
            <a:ext cx="10362895" cy="5029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6035040"/>
            <a:ext cx="112772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i="1"/>
            </a:pPr>
            <a:r>
              <a:t>Estimated blood loss by clinical subgroups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2772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b="1"/>
            </a:pPr>
            <a:r>
              <a:t>Figure 6</a:t>
            </a:r>
          </a:p>
        </p:txBody>
      </p:sp>
      <p:pic>
        <p:nvPicPr>
          <p:cNvPr id="4" name="Picture 3" descr="fig6_roc_curv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822960"/>
            <a:ext cx="10362895" cy="5029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6035040"/>
            <a:ext cx="112772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i="1"/>
            </a:pPr>
            <a:r>
              <a:t>ROC curves for transfusion and massive hemorrhage prediction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