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1. The Nosological Relativity Framework</a:t>
            </a:r>
          </a:p>
        </p:txBody>
      </p:sp>
      <p:pic>
        <p:nvPicPr>
          <p:cNvPr id="3" name="Picture 2" descr="figure1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48495" cy="6643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Nosological categories shape medical practice at three levels (cognitive, institutional, population) via the looping mechanism.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2. The Nosological Looping Mechanism</a:t>
            </a:r>
          </a:p>
        </p:txBody>
      </p:sp>
      <p:pic>
        <p:nvPicPr>
          <p:cNvPr id="3" name="Picture 2" descr="figure2_loo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48495" cy="4813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A four-stage cycle: classification → practice → experience → data →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