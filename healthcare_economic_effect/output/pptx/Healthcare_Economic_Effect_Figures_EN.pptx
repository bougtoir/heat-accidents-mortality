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1. Healthcare I-O Multipliers by Country</a:t>
            </a:r>
          </a:p>
        </p:txBody>
      </p:sp>
      <p:pic>
        <p:nvPicPr>
          <p:cNvPr id="3" name="Picture 2" descr="fig1_io_multip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Healthcare sector input-output multipliers. Japan leads at 2.78x. Sources: Yamada &amp; Imanaka 2015, Gutierrez-Hernandez 2021, et 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2. Three-Layer Tempo Analogy: Population -&gt; GDP -&gt; Healthcare</a:t>
            </a:r>
          </a:p>
        </p:txBody>
      </p:sp>
      <p:pic>
        <p:nvPicPr>
          <p:cNvPr id="3" name="Picture 2" descr="fig5_three_layer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The Bongaarts-Feeney tempo framework ported across three domains. Healthcare shows the largest tempo drift (+0.15 yr/yr vs GDP +0.04).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3. Dual-Return Framework for Neutral Sustainability</a:t>
            </a:r>
          </a:p>
        </p:txBody>
      </p:sp>
      <p:pic>
        <p:nvPicPr>
          <p:cNvPr id="3" name="Picture 2" descr="fig4_dual_return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Healthcare spending generates returns through two channels: demand-side (I-O multiplier) and supply-side (health-capital tempo effect).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4. Fiscal Return Ratio of Healthcare Spending</a:t>
            </a:r>
          </a:p>
        </p:txBody>
      </p:sp>
      <p:pic>
        <p:nvPicPr>
          <p:cNvPr id="3" name="Picture 2" descr="fig3_fiscal_sustai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Fiscal Return Ratio = (Effective tax rate x I-O multiplier) / Public share. Values &gt;= 1.0 indicate fiscal self-sustainability.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5. Healthcare Spending (% GDP) vs Life Expectancy (OECD, 2019)</a:t>
            </a:r>
          </a:p>
        </p:txBody>
      </p:sp>
      <p:pic>
        <p:nvPicPr>
          <p:cNvPr id="3" name="Picture 2" descr="fig2_che_vs_lifeex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X-axis: CHE as % of GDP. Y-axis: Life expectancy at birth (years). Linear fit excludes US (outlier shown in red).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