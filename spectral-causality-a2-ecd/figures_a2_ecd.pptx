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1: Estimated Causal DAG (DirectLiNGAM)</a:t>
            </a:r>
          </a:p>
        </p:txBody>
      </p:sp>
      <p:pic>
        <p:nvPicPr>
          <p:cNvPr id="3" name="Picture 2" descr="fig6_causal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Arrow weight indicates estimated causal effect size |B_ij|.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2: Hill's Nine Criteria Coverage</a:t>
            </a:r>
          </a:p>
        </p:txBody>
      </p:sp>
      <p:pic>
        <p:nvPicPr>
          <p:cNvPr id="3" name="Picture 2" descr="fig5_hill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ECD (purple) achieves broader coverage than any single method.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3: Hodge Decomposition of Causal Flows</a:t>
            </a:r>
          </a:p>
        </p:txBody>
      </p:sp>
      <p:pic>
        <p:nvPicPr>
          <p:cNvPr id="3" name="Picture 2" descr="fig3_hodg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Left: gradient (DAG). Middle: curl (feedback). Right: combined.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4: Three-Method Direction Comparison</a:t>
            </a:r>
          </a:p>
        </p:txBody>
      </p:sp>
      <p:pic>
        <p:nvPicPr>
          <p:cNvPr id="3" name="Picture 2" descr="fig4_dir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Green = agreement, Red = disagreement between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5: LiNGAM DAG vs. Spectral Causality DCG</a:t>
            </a:r>
          </a:p>
        </p:txBody>
      </p:sp>
      <p:pic>
        <p:nvPicPr>
          <p:cNvPr id="3" name="Picture 2" descr="fig7_lingam_vs_spec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Dashed lines indicate feedback edges absent in the DAG.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6: ECD Ensemble &amp; Pruning Analysis</a:t>
            </a:r>
          </a:p>
        </p:txBody>
      </p:sp>
      <p:pic>
        <p:nvPicPr>
          <p:cNvPr id="3" name="Picture 2" descr="fig9_ecd_pru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Edge-level feedback rates and bootstrap confidence intervals.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Figure 7: DAG Transition Analysis</a:t>
            </a:r>
          </a:p>
        </p:txBody>
      </p:sp>
      <p:pic>
        <p:nvPicPr>
          <p:cNvPr id="3" name="Picture 2" descr="fig8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/>
            </a:pPr>
            <a:r>
              <a:t>(A) r_gradient vs alpha. (B) Edge count and LiNGAM agreement.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