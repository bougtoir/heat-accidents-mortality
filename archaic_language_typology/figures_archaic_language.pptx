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morphology_vs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1315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Archaic introgression by language morphological type (Kruskal-Wallis test).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nean_deni_scatter_morph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82061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Bivariate scatter: Neanderthal x Denisovan sharing colored by morphological type.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tone_vs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968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Archaic introgression in tonal vs. non-tonal languages (Mann-Whitney U test).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language_family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42727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Archaic introgression by language family (mean +/- SD).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5</a:t>
            </a:r>
          </a:p>
        </p:txBody>
      </p:sp>
      <p:pic>
        <p:nvPicPr>
          <p:cNvPr id="3" name="Picture 2" descr="fig5_world_map_ty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5518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Global distribution: language typology x archaic introgression (marker size = Neanderthal).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