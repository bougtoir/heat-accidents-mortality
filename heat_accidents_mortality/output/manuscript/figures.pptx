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C anomaly: an acute same-day excess followed by a 1-3 day deficit consistent with short-term mortality displacement.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 and the attributable fraction (%), 2016-2022.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