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 1. Comparison of consumer oil treatment technologies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r>
                        <a:t>Filter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Mechanism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AV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TPC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Oil recovery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Paper 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Particle 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Negligible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Negligible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&gt;99%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Activated carbon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Non-selective adsorption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~88%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Metal mesh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Coarse 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&gt;99%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MMT sachet (proposed)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Polar-selective adsorption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30-50%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20-40%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&gt;95%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Table 2. Projected performance for MMT oil restoration sachet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15636">
                <a:tc>
                  <a:txBody>
                    <a:bodyPr/>
                    <a:lstStyle/>
                    <a:p>
                      <a:r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Projected value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Sachet 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 g acid-activated MMT (0.3-0.5 mm)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Oil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500 mL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Immersion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50-80 C (recommended 80 C)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Immersion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15-30 min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AV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30-50% per immersion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TPC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20-40% per immersion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PV reduction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40-70% per immersion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Oil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&gt;95%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Sachet lifetime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2-3 uses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Cost per sachet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100-200 JPY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Fig. 1. Industrial bleaching earth process vs. consumer sachet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[Figure placeholder]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Left panel: Industrial process</a:t>
            </a:r>
          </a:p>
          <a:p>
            <a:pPr>
              <a:defRPr sz="1400"/>
            </a:pPr>
            <a:r>
              <a:t>- Powdered bleaching earth (&lt;0.1 mm) dispersed in oil</a:t>
            </a:r>
          </a:p>
          <a:p>
            <a:pPr>
              <a:defRPr sz="1400"/>
            </a:pPr>
            <a:r>
              <a:t>- Mechanical agitation 20-60 min</a:t>
            </a:r>
          </a:p>
          <a:p>
            <a:pPr>
              <a:defRPr sz="1400"/>
            </a:pPr>
            <a:r>
              <a:t>- Centrifugal separation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Right panel: Consumer sachet</a:t>
            </a:r>
          </a:p>
          <a:p>
            <a:pPr>
              <a:defRPr sz="1400"/>
            </a:pPr>
            <a:r>
              <a:t>- Granulated MMT (0.3-0.5 mm) in tea-bag sachet</a:t>
            </a:r>
          </a:p>
          <a:p>
            <a:pPr>
              <a:defRPr sz="1400"/>
            </a:pPr>
            <a:r>
              <a:t>- Immersed in used oil 15-30 min</a:t>
            </a:r>
          </a:p>
          <a:p>
            <a:pPr>
              <a:defRPr sz="1400"/>
            </a:pPr>
            <a:r>
              <a:t>- Pull out and discard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