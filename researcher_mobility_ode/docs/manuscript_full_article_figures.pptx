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Sustaining Heterogeneity through Interventions in Global AI/ML Researcher Mobility: A Transition-Rate Framework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Data-driven manuscript figures and 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1: Equilibrium T vs minimum viable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1_equilibrium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Blue bars: equilibrium T; orange bars: threshold M. All groups remain above the threshold, but margins vary widely.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2: Closest point-of-no-return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2_pnr_proxim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Smaller values mean a smaller proportional change in the listed rate is required to reach the threshold for the stated target pool.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3: Historical counterfactual margin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3_historical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Positive values mean the late-window rates would produce a larger safety margin than the early-window rates if they persisted; negative values mean the margin would shrink. The comparison is across point estimates; uncertainty is substantial.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4: Bootstrap 95% CI for equilibrium 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4_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Intervals are asymmetric and wide, reflecting model uncertainty.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1: Descriptive cohort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5097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career_start_mean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abroad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2: Equilibrium and inflow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1099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T_eq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T/M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r_crit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6.27929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9.36261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0.11765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22.67343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7.05353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0.01985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4.09717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4.06036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8.97530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15.87655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5.81317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3: Top transition-rate elasticities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-2.317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4: Closest point of no 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875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Crit.factor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Proximity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0.828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0.841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0.858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2.8237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0.893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5: Saturating inflow extension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315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Linear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Saturating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ε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0.00870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0.01538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0.01818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0.00714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6: Historical counterfactual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536191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70"/>
              </a:tblGrid>
              <a:tr h="548639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delta_T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ΔT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 margin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-325.68763060327603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-325.7</a:t>
                      </a:r>
                    </a:p>
                  </a:txBody>
                  <a:tcPr/>
                </a:tc>
              </a:tr>
              <a:tr h="548641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-456.1706420459126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-456.2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7: Top policy intervention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9728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Change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gain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Gain per 10%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202.6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8: Bootstrap 95%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0584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95% CI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[260, 1595]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[207, 1517]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[761, 5174]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[638, 5072]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[1492, 1502]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[1366, 1446]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[883, 899]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[691, 851]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[96, 470]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[46, 402]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[189, 895]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[144, 848]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[506, 518]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[356, 473]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[842, 3659]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[756, 3586]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[412, 2521]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[334, 2438]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5: Observed and projected transition rates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rate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9190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mark observed 2000-2016 rates; dashed lines mark projected 2017-2026 rates.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6: Inter-civilisation abroad author-years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interci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6431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Rows are origin civilisations; columns are destination civilisations approximated by recent_group.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7: Observed vs projected compartment counts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projection_vs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834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are observed counts; dashed lines are 2017-2026 projections. The vertical dotted line is 2016.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8: Japan compartment model and cross-civilisation transition-rate ladders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8_japan_compartme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436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Left: Japan's six compartments; right: Japan highlighted against other civilisations on each transition rate.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9: T/M safety margin versus closest PNR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9_tm_pnr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11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Lower-left points are the most fragile. Japan is highlighted in red.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9: Mean observed annual transition rates, 2000-2016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I_total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0.1129176379176379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0.15173091365625077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0.1417249417249417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0.06086050415316485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0.041833207061297735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1.588235294117647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0.047545598762704575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0.13902267736763677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0.12181336418611399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0.06799587647162213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0.02681241691779005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2.8823529411764706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0.06396181707275748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0.18984126984126978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0.13046281630447018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0.07486960638957495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0.05741241221177246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1.5294117647058822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0.08205568021963228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0.29100529100529093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0.1326110541617339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0.07790892074769187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0.15885368948496636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1.25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0.05340135985824978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0.3333333333333333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0.10170404247700691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0.072498564486719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0.04921779348050002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1.5294117647058822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0.09591154459575511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0.24004884004884006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0.1285588680325522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0.08731763592444705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0.08033585418713651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1.1764705882352942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0.09078955232801385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0.21396825396825397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0.19933058394596853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0.06507524037958819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0.0881659023795685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0.8823529411764706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0.04506616990458503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0.20043186340764194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0.08705484019374365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0.05182305235562991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0.036227248090891374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2.411764705882353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0.0691164519185129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0.16127421339903422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0.15765794688955578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0.04848176699156801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0.02323216194912871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2.8823529411764706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10: Top origin-destination abroad author-year pairs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5486400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Origin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Destination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Author-years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11: Projection accuracy by civilisation,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25.2%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27.2%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39.4%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68.9%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32.1%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37.6%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42.9%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70.9%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38.2%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12: Projection accuracy by compartment,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Compartment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72.1%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29.4%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28.9%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44.2%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47.0%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