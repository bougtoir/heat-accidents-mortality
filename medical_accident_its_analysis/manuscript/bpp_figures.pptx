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a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a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 Points are coloured by specialty; the count panel shows the size confounding that the rate panel removes.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3" name="Picture 2" descr="ha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hospital growth against lagged litigation exposure measured as (a) counts and (b) rates. Points are coloured by specialty; the rate-adjusted panel shows no systematic association.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3" name="Picture 2" descr="ha_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Counterfactual policy-lever simulation: marginal 10-year change in physician counts by specialty relative to the projected baseline drift. The MDE benchmark is the minimum detectable per-SD effect from the primary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