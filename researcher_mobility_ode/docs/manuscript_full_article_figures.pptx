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Quantifying the Point of No Return in Global AI/ML Research Communities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if they persisted.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24128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119.78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1079.36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0.00510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1431.33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765.89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156.33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0.00993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0.01985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0.00620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455.95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1671.29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0.00140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637.71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0.00808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0.828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0.893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411.20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659.04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0.00870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0.01538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469.06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234.34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513.12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270.32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1783.64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445.87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0.00714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28016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  <a:gridCol w="128016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699.2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-449.1613272646298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119.77848101265822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119.77848101265822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-449.2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-325.68763060327603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902.2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-293.7374997320797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66.04072398190046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66.04072398190046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542.4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-293.7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1106.5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920.941045001848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126.52032520325204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126.52032520325204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979.9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920.9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51.038535768981774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50.47533632286996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50.47533632286996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673.8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509.3498486089304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104.59615384615384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104.59615384615384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569.2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509.3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304.0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-65.04525966570378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57.16981132075472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57.16981132075472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246.9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-65.0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-456.1706420459126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547.3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-223.31831440011604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132.49329758713137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132.49329758713137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-223.3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[260, 1595]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[207, 1517]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[761, 5174]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[638, 5072]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[1492, 1502]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[1366, 1446]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[883, 899]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[691, 851]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[96, 470]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[46, 402]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[189, 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[144, 848]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[506, 518]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[356, 473]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[842, 3659]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[756, 3586]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[412, 2521]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[334, 2438]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