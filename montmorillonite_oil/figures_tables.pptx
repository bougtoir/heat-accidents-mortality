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Table 1. Comparison of consumer oil pot filter technologies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r>
                        <a:t>Filter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TPC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Oil recovery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Paper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Particle 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Negligible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Activated carbon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Non-selective adsorption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~88%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Metal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Coarse 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MMT cartridge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Polar-selective adsorption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Table 2. Projected performance specifications for MMT oil restoration cartridge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5636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value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Cartridge 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g acid-activated MMT (0.8-1.5 mm)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Oil volume per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mL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Filtration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50-100 C (recommended 80 C)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Flow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2-5 min (gravity)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AV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30-50% per pass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TPC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20-40% per pass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PV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40-70% per pass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Oil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&gt;96%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Cartridge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3-5 uses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Cost per cartridge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200-400 JPY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Fig. 1. Industrial bleaching earth process vs. consumer cartridge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[Figure placeholder]</a:t>
            </a:r>
          </a:p>
          <a:p/>
          <a:p>
            <a:r>
              <a:t>Left panel: Industrial process</a:t>
            </a:r>
          </a:p>
          <a:p>
            <a:r>
              <a:t>- Powdered bleaching earth (&lt;0.1 mm) dispersed in oil</a:t>
            </a:r>
          </a:p>
          <a:p>
            <a:r>
              <a:t>- Mechanical agitation 20-60 min</a:t>
            </a:r>
          </a:p>
          <a:p>
            <a:r>
              <a:t>- Centrifugal separation</a:t>
            </a:r>
          </a:p>
          <a:p/>
          <a:p>
            <a:r>
              <a:t>Right panel: Consumer cartridge</a:t>
            </a:r>
          </a:p>
          <a:p>
            <a:r>
              <a:t>- Granulated MMT (0.8-1.5 mm) in cartridge</a:t>
            </a:r>
          </a:p>
          <a:p>
            <a:r>
              <a:t>- Gravity flow-through 2-5 min</a:t>
            </a:r>
          </a:p>
          <a:p>
            <a:r>
              <a:t>- Drop-in oil pot compatible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