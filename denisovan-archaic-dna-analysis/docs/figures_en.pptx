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1. Archaic DNA sharing vs. geographic distance</a:t>
            </a:r>
          </a:p>
        </p:txBody>
      </p:sp>
      <p:pic>
        <p:nvPicPr>
          <p:cNvPr id="3" name="Picture 2" descr="fig1_sharing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951" y="822960"/>
            <a:ext cx="1085979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Scatter plot of pairwise archaic DNA segment sharing correlation vs. geographic distance for 66 populations (2,145 pairs). (A) Neanderthal: blue = same continent, red = cross-continent, orange triangles = admixed populations. Dashed lines show corrected regression. (B) Denisovan: purple diamonds = Oceania-involved pairs. Corrected for admixture and continental grouping (R² = 0.51 / 0.50).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2. Pairwise archaic DNA sharing heatmap</a:t>
            </a:r>
          </a:p>
        </p:txBody>
      </p:sp>
      <p:pic>
        <p:nvPicPr>
          <p:cNvPr id="3" name="Picture 2" descr="fig2_shar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3" y="822960"/>
            <a:ext cx="10829069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Heatmap of Neanderthal (left) and Denisovan (right) introgression segment sharing for 31 key populations. Note the isolated Oceanian cluster in the Denisovan panel (bottom-right), reflecting the Wallace Line boundary. Population labels colored by continental region.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3. Minard-style Out-of-Africa migration flow</a:t>
            </a:r>
          </a:p>
        </p:txBody>
      </p:sp>
      <p:pic>
        <p:nvPicPr>
          <p:cNvPr id="3" name="Picture 2" descr="fig3_minard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718" y="822960"/>
            <a:ext cx="918425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Flow visualization of Homo sapiens Out-of-Africa migration with archaic admixture events. Band width = relative population size. Stars = admixture events (Neanderthal ~47 kya; Denisovan 1 ~45 kya for Oceania 3-5%; Denisovan 2 ~30 kya for East Asia ~0.06%). Timelines approximate.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Figure 4. Bivariate world map of archaic DNA</a:t>
            </a:r>
          </a:p>
        </p:txBody>
      </p:sp>
      <p:pic>
        <p:nvPicPr>
          <p:cNvPr id="3" name="Picture 2" descr="fig4_bivariate_worl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04" y="822960"/>
            <a:ext cx="830428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</a:defRPr>
            </a:pPr>
            <a:r>
              <a:t>Global distribution of archaic human DNA. Circle size = Neanderthal DNA proportion (0.08-1.8%). Color intensity = Denisovan DNA proportion (0.02-3.5%). Sharp color transition at the Wallace Line visible between mainland SE Asia and island Melanesia.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