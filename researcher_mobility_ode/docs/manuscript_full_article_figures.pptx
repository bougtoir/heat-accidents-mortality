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14.48544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23.02791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46.02164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16.95843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25.73488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12.42339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11.86109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49.17214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23.67535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6.9942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9.9459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10.4370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24.9731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19.2127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11.5005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11.2175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21.0883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0.00062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-1047.9377669883063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-1047.9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574.9434556361607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574.9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4679.600347554775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4679.6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2721.0548042707896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2721.1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-580.1082126129666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-580.1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1598.7190828361754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1598.7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302.1364744541547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321.57144873506604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321.6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266.9433267978511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266.9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415.6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368.2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678.1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423.1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[1119, 2661]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[956, 2511]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[2417, 3685]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[1938, 3127]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[2104, 4733]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[1819, 4432]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[1520, 3504]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[1250, 3202]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[975, 1726]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[694, 1400]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[971, 1897]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[695, 1566]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[458, 1105]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[308, 924]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[4033, 7483]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[3485, 6956]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[2423, 4234]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[2111, 3923]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5709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0.06145307472816556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0.08958356792390461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0.08633149068163223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0.14689742537724923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0.00782762577804957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0.023337292785506083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0.07171199938927515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0.11137629676654515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0.17138882661587315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0.003653152389718835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29.235294117647058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0.04017067477559569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0.10546622304787125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0.10579151986295561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0.13772968421175932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0.01963478651871957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11.941176470588236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0.054182140396582264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0.12528528972527384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0.0769790163681585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0.12735862006186752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0.03977236913726379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11.411764705882353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0.019076259281970157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0.10151247809184355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0.06230998816625915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0.13758217647845747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0.007438607047158312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13.529411764705882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0.03217157821612208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0.09924423736463679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0.061338533325722026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0.15171656027779049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0.011260669719410418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13.117647058823529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0.05140856476816577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0.1573288446240821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0.11953620446091474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0.11222869400044126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0.013967681623127276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8.529411764705882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0.025994278932439024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0.08915628905642095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0.07732037375094414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0.15125708520419326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0.007285005806424723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22.529411764705884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0.0400874280433699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0.0489053744161448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0.12210920853445467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0.17791016129443543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0.004308097844909906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21.41176470588235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71.4%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