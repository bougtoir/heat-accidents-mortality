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domestic active pool vs minimum viable threshold</a:t>
            </a:r>
          </a:p>
        </p:txBody>
      </p:sp>
      <p:pic>
        <p:nvPicPr>
          <p:cNvPr id="3" name="Picture 2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 by group</a:t>
            </a:r>
          </a:p>
        </p:txBody>
      </p:sp>
      <p:pic>
        <p:nvPicPr>
          <p:cNvPr id="3" name="Picture 2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Equilibrium, threshold and inflow parameters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1027.20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0.00523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669.21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Top transition-rate elasticities for 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961119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Closest point of no return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987552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0.580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0.718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0.815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0.816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Saturating inflow extension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4864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