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1. Healthcare I-O Multipliers by Country</a:t>
            </a:r>
          </a:p>
        </p:txBody>
      </p:sp>
      <p:pic>
        <p:nvPicPr>
          <p:cNvPr id="3" name="Picture 2" descr="fig1_io_multi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Healthcare sector input-output multipliers. Japan leads at 2.78x. Sources: Yamada &amp; Imanaka 2015, et 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2. Healthcare Spending (% GDP) vs Life Expectancy (OECD, 2019)</a:t>
            </a:r>
          </a:p>
        </p:txBody>
      </p:sp>
      <p:pic>
        <p:nvPicPr>
          <p:cNvPr id="3" name="Picture 2" descr="fig2_che_vs_life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X-axis: CHE as % of GDP. Y-axis: Life expectancy at birth (years). Quadratic fit shows diminishing returns.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3. Fiscal Return Ratio of Healthcare Spending</a:t>
            </a:r>
          </a:p>
        </p:txBody>
      </p:sp>
      <p:pic>
        <p:nvPicPr>
          <p:cNvPr id="3" name="Picture 2" descr="fig3_fiscal_sust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Fiscal Return Ratio = (Effective tax rate x I-O multiplier) / Public share. Values &gt;= 1.0 indicate fiscal self-sustainability.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4. Dual-Return Framework for Neutral Sustainability</a:t>
            </a:r>
          </a:p>
        </p:txBody>
      </p:sp>
      <p:pic>
        <p:nvPicPr>
          <p:cNvPr id="3" name="Picture 2" descr="fig4_dual_retur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Healthcare spending generates returns through two channels: demand-side (I-O multiplier) and supply-side (health-capital tempo effect).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