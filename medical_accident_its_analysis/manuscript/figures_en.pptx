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fig1_litiga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fig2_physician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3" name="Picture 2" descr="fig3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±1% and ±2% margins (90% CIs).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3" name="Picture 2" descr="fig4_counts_vs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as counts (a) and rates (b).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