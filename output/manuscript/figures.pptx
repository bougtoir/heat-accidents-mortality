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°C anomaly: an acute same-day excess followed by a 1-3 day deficit consistent with short-term displacement (harvesting) rather than a net addition of deaths.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road-user type. Open-air users (motorcyclists, pedestrians, cyclists) show much larger heat effects than enclosed, often air-conditioned, vehicle occupants—a gradient that tracks direct heat exposure rather than driving volume. This subgroup analysis is exploratory and is not adjusted for multiple comparisons.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hour of day. The excess is largest for crashes in the hottest part of the day (12-17 h) and weakest in the cool morning (06-11 h). This subgroup analysis is exploratory and is not adjusted for multiple comparisons.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°C, holding driving activity and baseline rates constant. Bars show the point estimate with 95% Monte Carlo confidence intervals; this is a scenario projection, not an observed quantity.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fig_us_crash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707663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circumstances: manner of collision, weather condition, rural/urban land use and police-reported driver drinking. The excess is present for clear or cloudy days, is larger for single-vehicle (not a collision with a motor vehicle in transport) than multi-vehicle crashes, and is similar regardless of reported driver drinking—patterns consistent with a direct heat contribution rather than adverse-weather surface conditions or a purely behavioural pathway. These subgroup analyses are exploratory and are not adjusted for multiple comparisons.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11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°C anomaly, United States versus Japan. The US shows a precise acute effect; the Japanese estimate is underpowered. This comparison is exploratory and is not adjusted for multiple comparisons.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