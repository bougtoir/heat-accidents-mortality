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4" name="Picture 3" descr="pachelbel_stitch_2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1. UNSHIN-IL Loom Renderer output for Pachelbel's Canon (I-V-vi-iii-IV-I-IV-V, 2 loops). Red solid lines = surface stitches; grey dashed lines = back stitches; filled black circles = anchor points (knots).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