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1. Total downstream visits by follow-up rate</a:t>
            </a:r>
          </a:p>
        </p:txBody>
      </p:sp>
      <p:pic>
        <p:nvPicPr>
          <p:cNvPr id="3" name="Picture 2" descr="total_visits_by_follow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058400" cy="59814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2. Diagnostic capacity utilisation by follow-up rate</a:t>
            </a:r>
          </a:p>
        </p:txBody>
      </p:sp>
      <p:pic>
        <p:nvPicPr>
          <p:cNvPr id="3" name="Picture 2" descr="capacity_ut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058400" cy="597746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3. Age-specific PPV by cancer type</a:t>
            </a:r>
          </a:p>
        </p:txBody>
      </p:sp>
      <p:pic>
        <p:nvPicPr>
          <p:cNvPr id="3" name="Picture 2" descr="ppv_by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058400" cy="543215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Figure 4. PPV and total positives across specificity values</a:t>
            </a:r>
          </a:p>
        </p:txBody>
      </p:sp>
      <p:pic>
        <p:nvPicPr>
          <p:cNvPr id="3" name="Picture 2" descr="specificity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058400" cy="664411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Supplementary Figure S1. One-way sensitivity of maximum capacity utilisation</a:t>
            </a:r>
          </a:p>
        </p:txBody>
      </p:sp>
      <p:pic>
        <p:nvPicPr>
          <p:cNvPr id="3" name="Picture 2" descr="tornado_max_capa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058400" cy="552891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Supplementary Figure S2. One-way sensitivity of aggregate PPV</a:t>
            </a:r>
          </a:p>
        </p:txBody>
      </p:sp>
      <p:pic>
        <p:nvPicPr>
          <p:cNvPr id="3" name="Picture 2" descr="tornado_pp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058400" cy="552891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Supplementary Figure S3. Aggregate PPV under alternative age-distribution scenarios</a:t>
            </a:r>
          </a:p>
        </p:txBody>
      </p:sp>
      <p:pic>
        <p:nvPicPr>
          <p:cNvPr id="3" name="Picture 2" descr="age_scenario_pp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188720"/>
            <a:ext cx="10058400" cy="49728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